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41"/>
  </p:notesMasterIdLst>
  <p:sldIdLst>
    <p:sldId id="256" r:id="rId2"/>
    <p:sldId id="257" r:id="rId3"/>
    <p:sldId id="258" r:id="rId4"/>
    <p:sldId id="260" r:id="rId5"/>
    <p:sldId id="262" r:id="rId6"/>
    <p:sldId id="294" r:id="rId7"/>
    <p:sldId id="293" r:id="rId8"/>
    <p:sldId id="261" r:id="rId9"/>
    <p:sldId id="263" r:id="rId10"/>
    <p:sldId id="298" r:id="rId11"/>
    <p:sldId id="300" r:id="rId12"/>
    <p:sldId id="295" r:id="rId13"/>
    <p:sldId id="296" r:id="rId14"/>
    <p:sldId id="297" r:id="rId15"/>
    <p:sldId id="299" r:id="rId16"/>
    <p:sldId id="301" r:id="rId17"/>
    <p:sldId id="302" r:id="rId18"/>
    <p:sldId id="264" r:id="rId19"/>
    <p:sldId id="265" r:id="rId20"/>
    <p:sldId id="312" r:id="rId21"/>
    <p:sldId id="315" r:id="rId22"/>
    <p:sldId id="319" r:id="rId23"/>
    <p:sldId id="320" r:id="rId24"/>
    <p:sldId id="321" r:id="rId25"/>
    <p:sldId id="322" r:id="rId26"/>
    <p:sldId id="323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1" r:id="rId35"/>
    <p:sldId id="314" r:id="rId36"/>
    <p:sldId id="267" r:id="rId37"/>
    <p:sldId id="310" r:id="rId38"/>
    <p:sldId id="316" r:id="rId39"/>
    <p:sldId id="272" r:id="rId4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Gantari" panose="020B0604020202020204" charset="0"/>
      <p:regular r:id="rId46"/>
      <p:bold r:id="rId47"/>
      <p:italic r:id="rId48"/>
      <p:boldItalic r:id="rId49"/>
    </p:embeddedFont>
    <p:embeddedFont>
      <p:font typeface="Golos Text" panose="020B0604020202020204" charset="0"/>
      <p:regular r:id="rId50"/>
      <p:bold r:id="rId51"/>
    </p:embeddedFont>
    <p:embeddedFont>
      <p:font typeface="Golos Text Medium" panose="020B0604020202020204" charset="0"/>
      <p:regular r:id="rId52"/>
      <p:bold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6DA60-7152-8DF8-0192-DB519A36BABF}" v="24" dt="2025-06-22T15:20:21.535"/>
    <p1510:client id="{0C688C9B-3FE6-5296-AB68-A5F953731D2E}" v="197" dt="2025-06-22T16:31:48.840"/>
    <p1510:client id="{3153172B-B339-F71A-E6B8-B08A77D52248}" v="165" dt="2025-06-22T16:04:00.358"/>
    <p1510:client id="{448BC253-95CB-961F-9603-3E44D4619CAC}" v="1019" dt="2025-06-22T16:13:30.013"/>
    <p1510:client id="{4713C77D-E8F7-2DE7-451F-5E95096F8185}" v="68" dt="2025-06-23T20:31:49.874"/>
    <p1510:client id="{50CE4C25-531E-ED5C-D1FC-56894DFBA694}" v="363" dt="2025-06-22T15:45:07.303"/>
    <p1510:client id="{A329146B-AFD1-E37B-D743-4D2AFA259340}" v="1210" dt="2025-06-22T16:04:42.510"/>
    <p1510:client id="{DACFBEBB-0360-42C7-5CC7-638E61807714}" v="176" dt="2025-06-22T13:30:30.594"/>
  </p1510:revLst>
</p1510:revInfo>
</file>

<file path=ppt/tableStyles.xml><?xml version="1.0" encoding="utf-8"?>
<a:tblStyleLst xmlns:a="http://schemas.openxmlformats.org/drawingml/2006/main" def="{75D1723D-C190-450A-97F4-CAC1A898D045}">
  <a:tblStyle styleId="{75D1723D-C190-450A-97F4-CAC1A898D0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a8e28482d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a8e28482d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a8e28482d_0_1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a8e28482d_0_1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c61ebc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c61ebc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9A7266C4-F757-2B35-F2C2-3B6B33F9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94281041-9FC7-83E5-C49A-8D0F92A4B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13E07898-B7F9-B787-7E0B-C201C8618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br>
              <a:rPr lang="en-US"/>
            </a:br>
            <a:r>
              <a:rPr lang="en-US"/>
              <a:t> </a:t>
            </a:r>
            <a:r>
              <a:rPr lang="en-US" err="1"/>
              <a:t>Naglasiti</a:t>
            </a:r>
            <a:r>
              <a:rPr lang="en-US"/>
              <a:t> da </a:t>
            </a:r>
            <a:r>
              <a:rPr lang="en-US" err="1"/>
              <a:t>nijedan</a:t>
            </a:r>
            <a:r>
              <a:rPr lang="en-US"/>
              <a:t> od </a:t>
            </a:r>
            <a:r>
              <a:rPr lang="en-US" err="1"/>
              <a:t>ovih</a:t>
            </a:r>
            <a:r>
              <a:rPr lang="en-US"/>
              <a:t> dataset-ova ne </a:t>
            </a:r>
            <a:r>
              <a:rPr lang="en-US" err="1"/>
              <a:t>nudi</a:t>
            </a:r>
            <a:r>
              <a:rPr lang="en-US"/>
              <a:t> ono </a:t>
            </a:r>
            <a:r>
              <a:rPr lang="en-US" err="1"/>
              <a:t>što</a:t>
            </a:r>
            <a:r>
              <a:rPr lang="en-US"/>
              <a:t> je </a:t>
            </a:r>
            <a:r>
              <a:rPr lang="en-US" err="1"/>
              <a:t>našem</a:t>
            </a:r>
            <a:r>
              <a:rPr lang="en-US"/>
              <a:t> </a:t>
            </a:r>
            <a:r>
              <a:rPr lang="en-US" err="1"/>
              <a:t>projektu</a:t>
            </a:r>
            <a:r>
              <a:rPr lang="en-US"/>
              <a:t> </a:t>
            </a:r>
            <a:r>
              <a:rPr lang="en-US" err="1"/>
              <a:t>ključno</a:t>
            </a:r>
            <a:r>
              <a:rPr lang="en-US"/>
              <a:t> – </a:t>
            </a:r>
            <a:r>
              <a:rPr lang="en-US" b="1" err="1"/>
              <a:t>vizuelnu</a:t>
            </a:r>
            <a:r>
              <a:rPr lang="en-US" b="1"/>
              <a:t> </a:t>
            </a:r>
            <a:r>
              <a:rPr lang="en-US" b="1" err="1"/>
              <a:t>distinkciju</a:t>
            </a:r>
            <a:r>
              <a:rPr lang="en-US" b="1"/>
              <a:t> po </a:t>
            </a:r>
            <a:r>
              <a:rPr lang="en-US" b="1" err="1"/>
              <a:t>starosnim</a:t>
            </a:r>
            <a:r>
              <a:rPr lang="en-US" b="1"/>
              <a:t> </a:t>
            </a:r>
            <a:r>
              <a:rPr lang="en-US" b="1" err="1"/>
              <a:t>kategorijama</a:t>
            </a:r>
            <a:r>
              <a:rPr lang="en-US"/>
              <a:t>, </a:t>
            </a:r>
            <a:r>
              <a:rPr lang="en-US" err="1"/>
              <a:t>iako</a:t>
            </a:r>
            <a:r>
              <a:rPr lang="en-US"/>
              <a:t> nude </a:t>
            </a:r>
            <a:r>
              <a:rPr lang="en-US" err="1"/>
              <a:t>relevantan</a:t>
            </a:r>
            <a:r>
              <a:rPr lang="en-US"/>
              <a:t> </a:t>
            </a:r>
            <a:r>
              <a:rPr lang="en-US" err="1"/>
              <a:t>kontekst</a:t>
            </a:r>
            <a:r>
              <a:rPr lang="en-US"/>
              <a:t> </a:t>
            </a:r>
            <a:r>
              <a:rPr lang="en-US" err="1"/>
              <a:t>ili</a:t>
            </a:r>
            <a:r>
              <a:rPr lang="en-US"/>
              <a:t> </a:t>
            </a:r>
            <a:r>
              <a:rPr lang="en-US" err="1"/>
              <a:t>tehničke</a:t>
            </a:r>
            <a:r>
              <a:rPr lang="en-US"/>
              <a:t> </a:t>
            </a:r>
            <a:r>
              <a:rPr lang="en-US" err="1"/>
              <a:t>anotacije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8827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421077AF-C3D2-3677-A6A4-F587497A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619E9C3A-5F37-E8FF-C175-8E0EC94F6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D2B0DB31-5EF4-4495-E84A-CEF6315F0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br>
              <a:rPr lang="en-US"/>
            </a:br>
            <a:r>
              <a:rPr lang="en-US"/>
              <a:t> </a:t>
            </a:r>
            <a:r>
              <a:rPr lang="en-US" err="1"/>
              <a:t>Zaključiti</a:t>
            </a:r>
            <a:r>
              <a:rPr lang="en-US"/>
              <a:t> da </a:t>
            </a:r>
            <a:r>
              <a:rPr lang="en-US" err="1"/>
              <a:t>i</a:t>
            </a:r>
            <a:r>
              <a:rPr lang="en-US"/>
              <a:t> pored </a:t>
            </a:r>
            <a:r>
              <a:rPr lang="en-US" err="1"/>
              <a:t>velikog</a:t>
            </a:r>
            <a:r>
              <a:rPr lang="en-US"/>
              <a:t> </a:t>
            </a:r>
            <a:r>
              <a:rPr lang="en-US" err="1"/>
              <a:t>broja</a:t>
            </a:r>
            <a:r>
              <a:rPr lang="en-US"/>
              <a:t> </a:t>
            </a:r>
            <a:r>
              <a:rPr lang="en-US" err="1"/>
              <a:t>dostupnih</a:t>
            </a:r>
            <a:r>
              <a:rPr lang="en-US"/>
              <a:t> dataset-ova, </a:t>
            </a:r>
            <a:r>
              <a:rPr lang="en-US" b="1" err="1"/>
              <a:t>nijedan</a:t>
            </a:r>
            <a:r>
              <a:rPr lang="en-US" b="1"/>
              <a:t> </a:t>
            </a:r>
            <a:r>
              <a:rPr lang="en-US" b="1" err="1"/>
              <a:t>nije</a:t>
            </a:r>
            <a:r>
              <a:rPr lang="en-US" b="1"/>
              <a:t> </a:t>
            </a:r>
            <a:r>
              <a:rPr lang="en-US" b="1" err="1"/>
              <a:t>dovoljno</a:t>
            </a:r>
            <a:r>
              <a:rPr lang="en-US" b="1"/>
              <a:t> </a:t>
            </a:r>
            <a:r>
              <a:rPr lang="en-US" b="1" err="1"/>
              <a:t>specifičan</a:t>
            </a:r>
            <a:r>
              <a:rPr lang="en-US"/>
              <a:t> za </a:t>
            </a:r>
            <a:r>
              <a:rPr lang="en-US" err="1"/>
              <a:t>zadatak</a:t>
            </a:r>
            <a:r>
              <a:rPr lang="en-US"/>
              <a:t> koji </a:t>
            </a:r>
            <a:r>
              <a:rPr lang="en-US" err="1"/>
              <a:t>postavljamo</a:t>
            </a:r>
            <a:r>
              <a:rPr lang="en-US"/>
              <a:t> – </a:t>
            </a:r>
            <a:r>
              <a:rPr lang="en-US" err="1"/>
              <a:t>zbog</a:t>
            </a:r>
            <a:r>
              <a:rPr lang="en-US"/>
              <a:t> </a:t>
            </a:r>
            <a:r>
              <a:rPr lang="en-US" err="1"/>
              <a:t>čega</a:t>
            </a:r>
            <a:r>
              <a:rPr lang="en-US"/>
              <a:t> je </a:t>
            </a:r>
            <a:r>
              <a:rPr lang="en-US" err="1"/>
              <a:t>bilo</a:t>
            </a:r>
            <a:r>
              <a:rPr lang="en-US"/>
              <a:t> </a:t>
            </a:r>
            <a:r>
              <a:rPr lang="en-US" err="1"/>
              <a:t>potrebno</a:t>
            </a:r>
            <a:r>
              <a:rPr lang="en-US"/>
              <a:t> </a:t>
            </a:r>
            <a:r>
              <a:rPr lang="en-US" err="1"/>
              <a:t>razmotriti</a:t>
            </a:r>
            <a:r>
              <a:rPr lang="en-US"/>
              <a:t> </a:t>
            </a:r>
            <a:r>
              <a:rPr lang="en-US" err="1"/>
              <a:t>izradu</a:t>
            </a:r>
            <a:r>
              <a:rPr lang="en-US"/>
              <a:t> </a:t>
            </a:r>
            <a:r>
              <a:rPr lang="en-US" err="1"/>
              <a:t>ili</a:t>
            </a:r>
            <a:r>
              <a:rPr lang="en-US"/>
              <a:t> </a:t>
            </a:r>
            <a:r>
              <a:rPr lang="en-US" err="1"/>
              <a:t>prilagođavanje</a:t>
            </a:r>
            <a:r>
              <a:rPr lang="en-US"/>
              <a:t> </a:t>
            </a:r>
            <a:r>
              <a:rPr lang="en-US" err="1"/>
              <a:t>sopstvenog</a:t>
            </a:r>
            <a:r>
              <a:rPr lang="en-US"/>
              <a:t> </a:t>
            </a:r>
            <a:r>
              <a:rPr lang="en-US" err="1"/>
              <a:t>skupa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80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b21ebf2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2b21ebf2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EEAC4F5E-CDB2-7636-43FF-2E412BDB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D328C6C8-EF6F-345A-07A9-835602651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9084D570-95D2-8354-14A0-A50EE32E02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818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96164B8F-63C6-B307-9189-68B15D06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47D9E9F5-94C0-0F15-0592-86449FB82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97170512-8865-7158-D230-94EB68CCA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679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3F655DB-DF66-EAD0-9DDD-902C8E36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6DCDB39B-1963-1A1D-48C4-3CE8099BC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356DF4E1-B862-A9FF-A3FB-B95011EA8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600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B19EB01C-41C8-7C12-AACE-9509AA64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4605808F-3490-DFF8-153B-9BD5F1ABF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3821A14C-8E77-3451-FD85-032849071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Naglasiti</a:t>
            </a:r>
            <a:r>
              <a:rPr lang="en-US"/>
              <a:t> </a:t>
            </a:r>
            <a:r>
              <a:rPr lang="en-US" err="1"/>
              <a:t>prednost</a:t>
            </a:r>
            <a:r>
              <a:rPr lang="en-US"/>
              <a:t> </a:t>
            </a:r>
            <a:r>
              <a:rPr lang="en-US" err="1"/>
              <a:t>što</a:t>
            </a:r>
            <a:r>
              <a:rPr lang="en-US"/>
              <a:t> je dataset </a:t>
            </a:r>
            <a:r>
              <a:rPr lang="en-US" err="1"/>
              <a:t>pravljen</a:t>
            </a:r>
            <a:r>
              <a:rPr lang="en-US"/>
              <a:t> po </a:t>
            </a:r>
            <a:r>
              <a:rPr lang="en-US" err="1"/>
              <a:t>mjeri</a:t>
            </a:r>
            <a:r>
              <a:rPr lang="en-US"/>
              <a:t> – </a:t>
            </a:r>
            <a:r>
              <a:rPr lang="en-US" err="1"/>
              <a:t>prilagođen</a:t>
            </a:r>
            <a:r>
              <a:rPr lang="en-US"/>
              <a:t> </a:t>
            </a:r>
            <a:r>
              <a:rPr lang="en-US" err="1"/>
              <a:t>ciljevima</a:t>
            </a:r>
            <a:r>
              <a:rPr lang="en-US"/>
              <a:t> </a:t>
            </a:r>
            <a:r>
              <a:rPr lang="en-US" err="1"/>
              <a:t>projekta</a:t>
            </a:r>
            <a:r>
              <a:rPr lang="en-US"/>
              <a:t>, s </a:t>
            </a:r>
            <a:r>
              <a:rPr lang="en-US" err="1"/>
              <a:t>direktnim</a:t>
            </a:r>
            <a:r>
              <a:rPr lang="en-US"/>
              <a:t> </a:t>
            </a:r>
            <a:r>
              <a:rPr lang="en-US" err="1"/>
              <a:t>fokusom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dvije</a:t>
            </a:r>
            <a:r>
              <a:rPr lang="en-US"/>
              <a:t> </a:t>
            </a:r>
            <a:r>
              <a:rPr lang="en-US" err="1"/>
              <a:t>starosne</a:t>
            </a:r>
            <a:r>
              <a:rPr lang="en-US"/>
              <a:t> </a:t>
            </a:r>
            <a:r>
              <a:rPr lang="en-US" err="1"/>
              <a:t>kategorije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783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DFBB549B-0E68-9D4B-110E-99E652594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925A4DC2-1D95-2D81-B8A9-D9FBAED75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4A5D501A-A916-8988-8E2B-C952CEBFC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Istaknuti</a:t>
            </a:r>
            <a:r>
              <a:rPr lang="en-US"/>
              <a:t> da je </a:t>
            </a:r>
            <a:r>
              <a:rPr lang="en-US" err="1"/>
              <a:t>podjela</a:t>
            </a:r>
            <a:r>
              <a:rPr lang="en-US"/>
              <a:t> </a:t>
            </a:r>
            <a:r>
              <a:rPr lang="en-US" err="1"/>
              <a:t>rađena</a:t>
            </a:r>
            <a:r>
              <a:rPr lang="en-US"/>
              <a:t> po </a:t>
            </a:r>
            <a:r>
              <a:rPr lang="en-US" err="1"/>
              <a:t>standardnoj</a:t>
            </a:r>
            <a:r>
              <a:rPr lang="en-US"/>
              <a:t> </a:t>
            </a:r>
            <a:r>
              <a:rPr lang="en-US" err="1"/>
              <a:t>praksi</a:t>
            </a:r>
            <a:r>
              <a:rPr lang="en-US"/>
              <a:t> </a:t>
            </a:r>
            <a:r>
              <a:rPr lang="en-US" err="1"/>
              <a:t>kako</a:t>
            </a:r>
            <a:r>
              <a:rPr lang="en-US"/>
              <a:t> bi se </a:t>
            </a:r>
            <a:r>
              <a:rPr lang="en-US" err="1"/>
              <a:t>osigurala</a:t>
            </a:r>
            <a:r>
              <a:rPr lang="en-US"/>
              <a:t> </a:t>
            </a:r>
            <a:r>
              <a:rPr lang="en-US" err="1"/>
              <a:t>validnost</a:t>
            </a:r>
            <a:r>
              <a:rPr lang="en-US"/>
              <a:t> </a:t>
            </a:r>
            <a:r>
              <a:rPr lang="en-US" err="1"/>
              <a:t>evaluacije</a:t>
            </a:r>
            <a:r>
              <a:rPr lang="en-US"/>
              <a:t> </a:t>
            </a:r>
            <a:r>
              <a:rPr lang="en-US" err="1"/>
              <a:t>modela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6209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AAD5D4F0-955F-712E-F484-7BF4C20A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C98566D8-572D-3144-57CB-55A4B3304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DC4A36C7-F05B-96EF-A4DE-6789C9EE8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Objasni</a:t>
            </a:r>
            <a:r>
              <a:rPr lang="en-US"/>
              <a:t> </a:t>
            </a:r>
            <a:r>
              <a:rPr lang="en-US" err="1"/>
              <a:t>važnost</a:t>
            </a:r>
            <a:r>
              <a:rPr lang="en-US"/>
              <a:t> </a:t>
            </a:r>
            <a:r>
              <a:rPr lang="en-US" err="1"/>
              <a:t>pravilne</a:t>
            </a:r>
            <a:r>
              <a:rPr lang="en-US"/>
              <a:t> </a:t>
            </a:r>
            <a:r>
              <a:rPr lang="en-US" err="1"/>
              <a:t>strukture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kako</a:t>
            </a:r>
            <a:r>
              <a:rPr lang="en-US"/>
              <a:t> YOLO </a:t>
            </a:r>
            <a:r>
              <a:rPr lang="en-US" err="1"/>
              <a:t>koristi</a:t>
            </a:r>
            <a:r>
              <a:rPr lang="en-US"/>
              <a:t> </a:t>
            </a:r>
            <a:r>
              <a:rPr lang="en-US" err="1"/>
              <a:t>ovu</a:t>
            </a:r>
            <a:r>
              <a:rPr lang="en-US"/>
              <a:t> </a:t>
            </a:r>
            <a:r>
              <a:rPr lang="en-US" err="1"/>
              <a:t>organizaciju</a:t>
            </a:r>
            <a:r>
              <a:rPr lang="en-US"/>
              <a:t> </a:t>
            </a:r>
            <a:r>
              <a:rPr lang="en-US" err="1"/>
              <a:t>prilikom</a:t>
            </a:r>
            <a:r>
              <a:rPr lang="en-US"/>
              <a:t> </a:t>
            </a:r>
            <a:r>
              <a:rPr lang="en-US" err="1"/>
              <a:t>treniranja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3704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EB61FECF-F5D8-3C11-FC68-1C0AE7EB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2164F919-C6C5-6CD6-69DA-9FE357491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2385355C-D798-8A1E-F48C-EBE10A23D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Objasni</a:t>
            </a:r>
            <a:r>
              <a:rPr lang="en-US"/>
              <a:t> </a:t>
            </a:r>
            <a:r>
              <a:rPr lang="en-US" err="1"/>
              <a:t>kako</a:t>
            </a:r>
            <a:r>
              <a:rPr lang="en-US"/>
              <a:t> </a:t>
            </a:r>
            <a:r>
              <a:rPr lang="en-US" err="1"/>
              <a:t>ove</a:t>
            </a:r>
            <a:r>
              <a:rPr lang="en-US"/>
              <a:t> </a:t>
            </a:r>
            <a:r>
              <a:rPr lang="en-US" err="1"/>
              <a:t>transformacije</a:t>
            </a:r>
            <a:r>
              <a:rPr lang="en-US"/>
              <a:t> </a:t>
            </a:r>
            <a:r>
              <a:rPr lang="en-US" err="1"/>
              <a:t>doprinose</a:t>
            </a:r>
            <a:r>
              <a:rPr lang="en-US"/>
              <a:t> </a:t>
            </a:r>
            <a:r>
              <a:rPr lang="en-US" err="1"/>
              <a:t>robusnosti</a:t>
            </a:r>
            <a:r>
              <a:rPr lang="en-US"/>
              <a:t> </a:t>
            </a:r>
            <a:r>
              <a:rPr lang="en-US" err="1"/>
              <a:t>modela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pomažu</a:t>
            </a:r>
            <a:r>
              <a:rPr lang="en-US"/>
              <a:t> u </a:t>
            </a:r>
            <a:r>
              <a:rPr lang="en-US" err="1"/>
              <a:t>borbi</a:t>
            </a:r>
            <a:r>
              <a:rPr lang="en-US"/>
              <a:t> </a:t>
            </a:r>
            <a:r>
              <a:rPr lang="en-US" err="1"/>
              <a:t>protiv</a:t>
            </a:r>
            <a:r>
              <a:rPr lang="en-US"/>
              <a:t> </a:t>
            </a:r>
            <a:r>
              <a:rPr lang="en-US" err="1"/>
              <a:t>overfittinga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853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ADDE2A39-E7A1-8691-2837-691A84F5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7B64BD6A-17EF-DC91-E34E-0B914B874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FA42D81A-9D39-4394-9596-BFD81F286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Naglasiti</a:t>
            </a:r>
            <a:r>
              <a:rPr lang="en-US"/>
              <a:t> da je </a:t>
            </a:r>
            <a:r>
              <a:rPr lang="en-US" err="1"/>
              <a:t>ovo</a:t>
            </a:r>
            <a:r>
              <a:rPr lang="en-US"/>
              <a:t> </a:t>
            </a:r>
            <a:r>
              <a:rPr lang="en-US" err="1"/>
              <a:t>najveći</a:t>
            </a:r>
            <a:r>
              <a:rPr lang="en-US"/>
              <a:t> </a:t>
            </a:r>
            <a:r>
              <a:rPr lang="en-US" err="1"/>
              <a:t>izazov</a:t>
            </a:r>
            <a:r>
              <a:rPr lang="en-US"/>
              <a:t> u </a:t>
            </a:r>
            <a:r>
              <a:rPr lang="en-US" err="1"/>
              <a:t>klasifikaciji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glavni</a:t>
            </a:r>
            <a:r>
              <a:rPr lang="en-US"/>
              <a:t> </a:t>
            </a:r>
            <a:r>
              <a:rPr lang="en-US" err="1"/>
              <a:t>izvor</a:t>
            </a:r>
            <a:r>
              <a:rPr lang="en-US"/>
              <a:t> </a:t>
            </a:r>
            <a:r>
              <a:rPr lang="en-US" err="1"/>
              <a:t>potencijalnih</a:t>
            </a:r>
            <a:r>
              <a:rPr lang="en-US"/>
              <a:t> </a:t>
            </a:r>
            <a:r>
              <a:rPr lang="en-US" err="1"/>
              <a:t>grešaka</a:t>
            </a:r>
            <a:r>
              <a:rPr lang="en-US"/>
              <a:t> </a:t>
            </a:r>
            <a:r>
              <a:rPr lang="en-US" err="1"/>
              <a:t>modela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Objasniti</a:t>
            </a:r>
            <a:r>
              <a:rPr lang="en-US"/>
              <a:t> </a:t>
            </a:r>
            <a:r>
              <a:rPr lang="en-US" err="1"/>
              <a:t>kako</a:t>
            </a:r>
            <a:r>
              <a:rPr lang="en-US"/>
              <a:t> </a:t>
            </a:r>
            <a:r>
              <a:rPr lang="en-US" err="1"/>
              <a:t>ovi</a:t>
            </a:r>
            <a:r>
              <a:rPr lang="en-US"/>
              <a:t> </a:t>
            </a:r>
            <a:r>
              <a:rPr lang="en-US" err="1"/>
              <a:t>faktori</a:t>
            </a:r>
            <a:r>
              <a:rPr lang="en-US"/>
              <a:t> </a:t>
            </a:r>
            <a:r>
              <a:rPr lang="en-US" err="1"/>
              <a:t>unose</a:t>
            </a:r>
            <a:r>
              <a:rPr lang="en-US"/>
              <a:t> "</a:t>
            </a:r>
            <a:r>
              <a:rPr lang="en-US" err="1"/>
              <a:t>šum</a:t>
            </a:r>
            <a:r>
              <a:rPr lang="en-US"/>
              <a:t>" u </a:t>
            </a:r>
            <a:r>
              <a:rPr lang="en-US" err="1"/>
              <a:t>podatke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otežavaju</a:t>
            </a:r>
            <a:r>
              <a:rPr lang="en-US"/>
              <a:t> </a:t>
            </a:r>
            <a:r>
              <a:rPr lang="en-US" err="1"/>
              <a:t>tačnost</a:t>
            </a:r>
            <a:r>
              <a:rPr lang="en-US"/>
              <a:t> </a:t>
            </a:r>
            <a:r>
              <a:rPr lang="en-US" err="1"/>
              <a:t>modela</a:t>
            </a:r>
            <a:r>
              <a:rPr lang="en-US"/>
              <a:t> – </a:t>
            </a:r>
            <a:r>
              <a:rPr lang="en-US" err="1"/>
              <a:t>ali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realni</a:t>
            </a:r>
            <a:r>
              <a:rPr lang="en-US"/>
              <a:t> </a:t>
            </a:r>
            <a:r>
              <a:rPr lang="en-US" err="1"/>
              <a:t>izazovi</a:t>
            </a:r>
            <a:r>
              <a:rPr lang="en-US"/>
              <a:t> u </a:t>
            </a:r>
            <a:r>
              <a:rPr lang="en-US" err="1"/>
              <a:t>ovakvim</a:t>
            </a:r>
            <a:r>
              <a:rPr lang="en-US"/>
              <a:t> </a:t>
            </a:r>
            <a:r>
              <a:rPr lang="en-US" err="1"/>
              <a:t>zadacima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023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b21ebf29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b21ebf290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B999408B-A8ED-D6A1-5515-B0C1A58F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90648A43-B42D-CD96-9649-C9D48B7D1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7DCE9EFA-920F-D88C-EBC9-8FE897FE9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20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27C4438E-48E0-773A-6DBC-75D0E5DF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92272B08-3DBA-F1B4-A11B-E23B1F027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1645E616-B3E3-2DFB-0997-D98C96DF4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149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B6B391B2-A675-A258-42F8-DB4D7B56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3D0A5542-43ED-888F-95A3-0C399663A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6645CDEA-B8C7-071F-C097-7676FAC00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529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D683D0F7-B861-B266-9DD3-ABEFCBA0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B2AACC93-CFA8-0E07-BCC9-638EAE5B6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46B554D9-DEDF-8764-890D-4AC08699E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1769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D57EE953-CCFB-F198-3D8F-11E9A6B1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4CAA7335-3157-7EBC-AE8A-DB82C7E32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C00A4C7B-7A2B-4B0C-4068-CD9272857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2460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5C2E1D83-9286-9F2B-2735-4ECB9C62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20C93B2C-9B27-B155-2458-738728EBF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3C1E81BA-CBAC-80EB-C2F7-71E8D8CBD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210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FD048A22-1DA7-7767-7FD4-D7C6A4E9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7E8796C1-779A-3551-7365-E2A1E3421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6BF21FEA-B425-F030-899D-B0BC472DA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2121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731A7D34-B4FE-6DF3-DA03-4CE4E623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78F6BDD4-DE42-FAD7-5654-ECAFFA734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7165A7BB-8D8E-2F6A-2111-5D9313596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62999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E95A4900-A395-82ED-C9FB-C2B420EF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F971A505-F722-E7EB-C72E-D842B7D1F0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1A5F8F1D-142F-DAB3-5EC8-F23F5854D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197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41B55BA7-DE16-6B8F-3B4F-F2A9CE08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1F9CF0F4-FB9E-3DD2-66E6-518CE2D84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54FF1011-077F-E795-0CAF-031714437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3098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EE195E02-29A9-31B1-C2CA-D93763186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5FBE7EA2-DAA2-9C21-34E6-9FE4633EA7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7D004C2A-5C58-7702-267E-6DC9F04940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5284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454C2DEA-EFCF-2719-1E12-DAE7A17A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0496471A-3CD0-95DF-0516-62F3C92B0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3C8091C8-8DA9-8343-BDBC-D5E58160C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9054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903C664F-B5D2-6C00-BFD6-F4A2B97EC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7CD30B3B-A912-A3FD-0DC4-A2A45C342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FEAA919B-D9F7-D60D-F621-DBF87AD0C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1706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2b21ebf290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2b21ebf290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0131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15100" y="1242400"/>
            <a:ext cx="40131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7151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150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45720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5719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715100" y="662225"/>
            <a:ext cx="7713900" cy="3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5472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2050814" y="15472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"/>
              <a:buNone/>
              <a:defRPr sz="3000" b="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22249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4"/>
          </p:nvPr>
        </p:nvSpPr>
        <p:spPr>
          <a:xfrm>
            <a:off x="2050814" y="22249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5" hasCustomPrompt="1"/>
          </p:nvPr>
        </p:nvSpPr>
        <p:spPr>
          <a:xfrm>
            <a:off x="715100" y="29026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6"/>
          </p:nvPr>
        </p:nvSpPr>
        <p:spPr>
          <a:xfrm>
            <a:off x="2050814" y="29026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0" y="35803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8"/>
          </p:nvPr>
        </p:nvSpPr>
        <p:spPr>
          <a:xfrm>
            <a:off x="2050814" y="35803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>
            <a:spLocks noGrp="1"/>
          </p:cNvSpPr>
          <p:nvPr>
            <p:ph type="ctrTitle"/>
          </p:nvPr>
        </p:nvSpPr>
        <p:spPr>
          <a:xfrm>
            <a:off x="715100" y="641725"/>
            <a:ext cx="3856800" cy="10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715100" y="1548250"/>
            <a:ext cx="3856800" cy="1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715100" y="3449850"/>
            <a:ext cx="38568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CREDITS: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Slidesgo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and includes icons by </a:t>
            </a:r>
            <a:r>
              <a:rPr lang="en" sz="1000" b="1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Flaticon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Freepik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and content by </a:t>
            </a:r>
            <a:r>
              <a:rPr lang="en" sz="1000" b="1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Eliana Delacour</a:t>
            </a:r>
            <a:endParaRPr sz="1000" b="1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ctrTitle"/>
          </p:nvPr>
        </p:nvSpPr>
        <p:spPr>
          <a:xfrm>
            <a:off x="563406" y="498955"/>
            <a:ext cx="5160399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800" err="1"/>
              <a:t>Prepoznavanje</a:t>
            </a:r>
            <a:r>
              <a:rPr lang="en" sz="2800"/>
              <a:t> </a:t>
            </a:r>
            <a:r>
              <a:rPr lang="en" sz="2800" err="1"/>
              <a:t>objekata</a:t>
            </a:r>
            <a:r>
              <a:rPr lang="en" sz="2800"/>
              <a:t> u </a:t>
            </a:r>
            <a:r>
              <a:rPr lang="en" sz="2800" err="1"/>
              <a:t>prirodnom</a:t>
            </a:r>
            <a:r>
              <a:rPr lang="en" sz="2800"/>
              <a:t> </a:t>
            </a:r>
            <a:r>
              <a:rPr lang="en" sz="2800" err="1"/>
              <a:t>okruženju</a:t>
            </a:r>
            <a:r>
              <a:rPr lang="en" sz="2800"/>
              <a:t> (</a:t>
            </a:r>
            <a:r>
              <a:rPr lang="en" sz="2800" err="1"/>
              <a:t>bear_juvenile</a:t>
            </a:r>
            <a:r>
              <a:rPr lang="en" sz="2800"/>
              <a:t> </a:t>
            </a:r>
            <a:r>
              <a:rPr lang="en" sz="2800" err="1"/>
              <a:t>i</a:t>
            </a:r>
            <a:r>
              <a:rPr lang="en" sz="2800"/>
              <a:t> </a:t>
            </a:r>
            <a:r>
              <a:rPr lang="en" sz="2800" err="1"/>
              <a:t>bear_adult</a:t>
            </a:r>
            <a:r>
              <a:rPr lang="en" sz="2800"/>
              <a:t>)</a:t>
            </a:r>
            <a:endParaRPr lang="en" sz="2800" err="1">
              <a:solidFill>
                <a:srgbClr val="333746"/>
              </a:solidFill>
            </a:endParaRPr>
          </a:p>
        </p:txBody>
      </p:sp>
      <p:grpSp>
        <p:nvGrpSpPr>
          <p:cNvPr id="84" name="Google Shape;84;p21"/>
          <p:cNvGrpSpPr/>
          <p:nvPr/>
        </p:nvGrpSpPr>
        <p:grpSpPr>
          <a:xfrm>
            <a:off x="6507498" y="2917498"/>
            <a:ext cx="3524464" cy="4496740"/>
            <a:chOff x="6483100" y="2237750"/>
            <a:chExt cx="898250" cy="1146075"/>
          </a:xfrm>
        </p:grpSpPr>
        <p:sp>
          <p:nvSpPr>
            <p:cNvPr id="85" name="Google Shape;8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1"/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6872353" y="1734269"/>
            <a:ext cx="1718823" cy="935599"/>
            <a:chOff x="238125" y="2409350"/>
            <a:chExt cx="760575" cy="414000"/>
          </a:xfrm>
        </p:grpSpPr>
        <p:sp>
          <p:nvSpPr>
            <p:cNvPr id="153" name="Google Shape;153;p21"/>
            <p:cNvSpPr/>
            <p:nvPr/>
          </p:nvSpPr>
          <p:spPr>
            <a:xfrm>
              <a:off x="238125" y="2409350"/>
              <a:ext cx="760575" cy="414000"/>
            </a:xfrm>
            <a:custGeom>
              <a:avLst/>
              <a:gdLst/>
              <a:ahLst/>
              <a:cxnLst/>
              <a:rect l="l" t="t" r="r" b="b"/>
              <a:pathLst>
                <a:path w="30423" h="16560" extrusionOk="0">
                  <a:moveTo>
                    <a:pt x="0" y="1"/>
                  </a:moveTo>
                  <a:lnTo>
                    <a:pt x="0" y="16560"/>
                  </a:lnTo>
                  <a:lnTo>
                    <a:pt x="2330" y="14045"/>
                  </a:lnTo>
                  <a:lnTo>
                    <a:pt x="30423" y="14045"/>
                  </a:lnTo>
                  <a:lnTo>
                    <a:pt x="304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782450" y="2485325"/>
              <a:ext cx="180850" cy="180850"/>
            </a:xfrm>
            <a:custGeom>
              <a:avLst/>
              <a:gdLst/>
              <a:ahLst/>
              <a:cxnLst/>
              <a:rect l="l" t="t" r="r" b="b"/>
              <a:pathLst>
                <a:path w="7234" h="7234" extrusionOk="0">
                  <a:moveTo>
                    <a:pt x="3618" y="0"/>
                  </a:moveTo>
                  <a:cubicBezTo>
                    <a:pt x="1620" y="0"/>
                    <a:pt x="1" y="1620"/>
                    <a:pt x="1" y="3618"/>
                  </a:cubicBezTo>
                  <a:cubicBezTo>
                    <a:pt x="1" y="5614"/>
                    <a:pt x="1620" y="7233"/>
                    <a:pt x="3618" y="7233"/>
                  </a:cubicBezTo>
                  <a:cubicBezTo>
                    <a:pt x="5614" y="7233"/>
                    <a:pt x="7234" y="5614"/>
                    <a:pt x="7234" y="3618"/>
                  </a:cubicBezTo>
                  <a:cubicBezTo>
                    <a:pt x="7234" y="1620"/>
                    <a:pt x="5614" y="0"/>
                    <a:pt x="3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277200" y="2506650"/>
              <a:ext cx="457150" cy="14700"/>
            </a:xfrm>
            <a:custGeom>
              <a:avLst/>
              <a:gdLst/>
              <a:ahLst/>
              <a:cxnLst/>
              <a:rect l="l" t="t" r="r" b="b"/>
              <a:pathLst>
                <a:path w="18286" h="588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8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563575" y="2561025"/>
              <a:ext cx="170775" cy="14750"/>
            </a:xfrm>
            <a:custGeom>
              <a:avLst/>
              <a:gdLst/>
              <a:ahLst/>
              <a:cxnLst/>
              <a:rect l="l" t="t" r="r" b="b"/>
              <a:pathLst>
                <a:path w="6831" h="590" extrusionOk="0">
                  <a:moveTo>
                    <a:pt x="295" y="0"/>
                  </a:moveTo>
                  <a:cubicBezTo>
                    <a:pt x="131" y="0"/>
                    <a:pt x="1" y="132"/>
                    <a:pt x="1" y="294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6537" y="590"/>
                  </a:lnTo>
                  <a:cubicBezTo>
                    <a:pt x="6699" y="590"/>
                    <a:pt x="6831" y="458"/>
                    <a:pt x="6831" y="294"/>
                  </a:cubicBezTo>
                  <a:cubicBezTo>
                    <a:pt x="6831" y="132"/>
                    <a:pt x="6699" y="0"/>
                    <a:pt x="6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273525" y="2561025"/>
              <a:ext cx="265250" cy="14750"/>
            </a:xfrm>
            <a:custGeom>
              <a:avLst/>
              <a:gdLst/>
              <a:ahLst/>
              <a:cxnLst/>
              <a:rect l="l" t="t" r="r" b="b"/>
              <a:pathLst>
                <a:path w="10610" h="590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90"/>
                    <a:pt x="294" y="590"/>
                  </a:cubicBezTo>
                  <a:lnTo>
                    <a:pt x="10314" y="590"/>
                  </a:lnTo>
                  <a:cubicBezTo>
                    <a:pt x="10478" y="590"/>
                    <a:pt x="10609" y="458"/>
                    <a:pt x="10609" y="294"/>
                  </a:cubicBezTo>
                  <a:cubicBezTo>
                    <a:pt x="10609" y="132"/>
                    <a:pt x="10478" y="0"/>
                    <a:pt x="1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277200" y="2615400"/>
              <a:ext cx="457150" cy="14725"/>
            </a:xfrm>
            <a:custGeom>
              <a:avLst/>
              <a:gdLst/>
              <a:ahLst/>
              <a:cxnLst/>
              <a:rect l="l" t="t" r="r" b="b"/>
              <a:pathLst>
                <a:path w="18286" h="589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6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6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594675" y="2669775"/>
              <a:ext cx="139675" cy="14725"/>
            </a:xfrm>
            <a:custGeom>
              <a:avLst/>
              <a:gdLst/>
              <a:ahLst/>
              <a:cxnLst/>
              <a:rect l="l" t="t" r="r" b="b"/>
              <a:pathLst>
                <a:path w="5587" h="589" extrusionOk="0">
                  <a:moveTo>
                    <a:pt x="294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4" y="588"/>
                  </a:cubicBezTo>
                  <a:lnTo>
                    <a:pt x="5293" y="588"/>
                  </a:lnTo>
                  <a:cubicBezTo>
                    <a:pt x="5455" y="588"/>
                    <a:pt x="5587" y="457"/>
                    <a:pt x="5587" y="294"/>
                  </a:cubicBezTo>
                  <a:cubicBezTo>
                    <a:pt x="5587" y="132"/>
                    <a:pt x="5455" y="1"/>
                    <a:pt x="5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385300" y="2669775"/>
              <a:ext cx="185775" cy="14725"/>
            </a:xfrm>
            <a:custGeom>
              <a:avLst/>
              <a:gdLst/>
              <a:ahLst/>
              <a:cxnLst/>
              <a:rect l="l" t="t" r="r" b="b"/>
              <a:pathLst>
                <a:path w="7431" h="589" extrusionOk="0">
                  <a:moveTo>
                    <a:pt x="295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lnTo>
                    <a:pt x="7135" y="588"/>
                  </a:lnTo>
                  <a:cubicBezTo>
                    <a:pt x="7299" y="588"/>
                    <a:pt x="7430" y="457"/>
                    <a:pt x="7430" y="294"/>
                  </a:cubicBezTo>
                  <a:cubicBezTo>
                    <a:pt x="7430" y="132"/>
                    <a:pt x="7299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779775" y="2543150"/>
              <a:ext cx="189050" cy="65425"/>
            </a:xfrm>
            <a:custGeom>
              <a:avLst/>
              <a:gdLst/>
              <a:ahLst/>
              <a:cxnLst/>
              <a:rect l="l" t="t" r="r" b="b"/>
              <a:pathLst>
                <a:path w="7562" h="2617" extrusionOk="0">
                  <a:moveTo>
                    <a:pt x="673" y="0"/>
                  </a:moveTo>
                  <a:cubicBezTo>
                    <a:pt x="302" y="0"/>
                    <a:pt x="0" y="302"/>
                    <a:pt x="0" y="673"/>
                  </a:cubicBezTo>
                  <a:lnTo>
                    <a:pt x="0" y="1944"/>
                  </a:lnTo>
                  <a:cubicBezTo>
                    <a:pt x="0" y="2315"/>
                    <a:pt x="302" y="2616"/>
                    <a:pt x="673" y="2616"/>
                  </a:cubicBezTo>
                  <a:lnTo>
                    <a:pt x="6889" y="2616"/>
                  </a:lnTo>
                  <a:cubicBezTo>
                    <a:pt x="7260" y="2616"/>
                    <a:pt x="7562" y="2315"/>
                    <a:pt x="7562" y="1944"/>
                  </a:cubicBezTo>
                  <a:lnTo>
                    <a:pt x="7562" y="673"/>
                  </a:lnTo>
                  <a:cubicBezTo>
                    <a:pt x="7562" y="302"/>
                    <a:pt x="7260" y="0"/>
                    <a:pt x="688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86050" y="2549475"/>
              <a:ext cx="176500" cy="52800"/>
            </a:xfrm>
            <a:custGeom>
              <a:avLst/>
              <a:gdLst/>
              <a:ahLst/>
              <a:cxnLst/>
              <a:rect l="l" t="t" r="r" b="b"/>
              <a:pathLst>
                <a:path w="7060" h="2112" extrusionOk="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lnTo>
                    <a:pt x="1" y="1691"/>
                  </a:lnTo>
                  <a:cubicBezTo>
                    <a:pt x="1" y="1923"/>
                    <a:pt x="190" y="2112"/>
                    <a:pt x="422" y="2112"/>
                  </a:cubicBezTo>
                  <a:lnTo>
                    <a:pt x="6638" y="2112"/>
                  </a:lnTo>
                  <a:cubicBezTo>
                    <a:pt x="6872" y="2112"/>
                    <a:pt x="7059" y="1923"/>
                    <a:pt x="7059" y="1691"/>
                  </a:cubicBezTo>
                  <a:lnTo>
                    <a:pt x="7059" y="420"/>
                  </a:lnTo>
                  <a:cubicBezTo>
                    <a:pt x="7059" y="188"/>
                    <a:pt x="6872" y="0"/>
                    <a:pt x="6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897475" y="2569000"/>
              <a:ext cx="45300" cy="18125"/>
            </a:xfrm>
            <a:custGeom>
              <a:avLst/>
              <a:gdLst/>
              <a:ahLst/>
              <a:cxnLst/>
              <a:rect l="l" t="t" r="r" b="b"/>
              <a:pathLst>
                <a:path w="1812" h="725" extrusionOk="0">
                  <a:moveTo>
                    <a:pt x="885" y="1"/>
                  </a:moveTo>
                  <a:cubicBezTo>
                    <a:pt x="567" y="1"/>
                    <a:pt x="268" y="140"/>
                    <a:pt x="64" y="383"/>
                  </a:cubicBezTo>
                  <a:cubicBezTo>
                    <a:pt x="0" y="457"/>
                    <a:pt x="9" y="567"/>
                    <a:pt x="83" y="631"/>
                  </a:cubicBezTo>
                  <a:cubicBezTo>
                    <a:pt x="116" y="659"/>
                    <a:pt x="157" y="672"/>
                    <a:pt x="197" y="672"/>
                  </a:cubicBezTo>
                  <a:cubicBezTo>
                    <a:pt x="247" y="672"/>
                    <a:pt x="297" y="651"/>
                    <a:pt x="332" y="610"/>
                  </a:cubicBezTo>
                  <a:cubicBezTo>
                    <a:pt x="470" y="446"/>
                    <a:pt x="671" y="354"/>
                    <a:pt x="885" y="354"/>
                  </a:cubicBezTo>
                  <a:cubicBezTo>
                    <a:pt x="1115" y="354"/>
                    <a:pt x="1333" y="464"/>
                    <a:pt x="1469" y="652"/>
                  </a:cubicBezTo>
                  <a:cubicBezTo>
                    <a:pt x="1504" y="699"/>
                    <a:pt x="1557" y="725"/>
                    <a:pt x="1612" y="725"/>
                  </a:cubicBezTo>
                  <a:cubicBezTo>
                    <a:pt x="1648" y="725"/>
                    <a:pt x="1684" y="714"/>
                    <a:pt x="1715" y="692"/>
                  </a:cubicBezTo>
                  <a:cubicBezTo>
                    <a:pt x="1794" y="634"/>
                    <a:pt x="1812" y="524"/>
                    <a:pt x="1754" y="445"/>
                  </a:cubicBezTo>
                  <a:cubicBezTo>
                    <a:pt x="1553" y="168"/>
                    <a:pt x="1227" y="1"/>
                    <a:pt x="8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805875" y="2569000"/>
              <a:ext cx="45275" cy="18125"/>
            </a:xfrm>
            <a:custGeom>
              <a:avLst/>
              <a:gdLst/>
              <a:ahLst/>
              <a:cxnLst/>
              <a:rect l="l" t="t" r="r" b="b"/>
              <a:pathLst>
                <a:path w="1811" h="725" extrusionOk="0">
                  <a:moveTo>
                    <a:pt x="927" y="1"/>
                  </a:moveTo>
                  <a:cubicBezTo>
                    <a:pt x="583" y="1"/>
                    <a:pt x="259" y="168"/>
                    <a:pt x="56" y="445"/>
                  </a:cubicBezTo>
                  <a:cubicBezTo>
                    <a:pt x="0" y="524"/>
                    <a:pt x="17" y="634"/>
                    <a:pt x="95" y="692"/>
                  </a:cubicBezTo>
                  <a:cubicBezTo>
                    <a:pt x="127" y="714"/>
                    <a:pt x="164" y="725"/>
                    <a:pt x="200" y="725"/>
                  </a:cubicBezTo>
                  <a:cubicBezTo>
                    <a:pt x="255" y="725"/>
                    <a:pt x="308" y="699"/>
                    <a:pt x="342" y="652"/>
                  </a:cubicBezTo>
                  <a:cubicBezTo>
                    <a:pt x="477" y="464"/>
                    <a:pt x="697" y="354"/>
                    <a:pt x="927" y="354"/>
                  </a:cubicBezTo>
                  <a:cubicBezTo>
                    <a:pt x="1141" y="354"/>
                    <a:pt x="1341" y="446"/>
                    <a:pt x="1478" y="610"/>
                  </a:cubicBezTo>
                  <a:cubicBezTo>
                    <a:pt x="1514" y="651"/>
                    <a:pt x="1564" y="672"/>
                    <a:pt x="1614" y="672"/>
                  </a:cubicBezTo>
                  <a:cubicBezTo>
                    <a:pt x="1654" y="672"/>
                    <a:pt x="1694" y="659"/>
                    <a:pt x="1727" y="631"/>
                  </a:cubicBezTo>
                  <a:cubicBezTo>
                    <a:pt x="1801" y="567"/>
                    <a:pt x="1810" y="457"/>
                    <a:pt x="1748" y="383"/>
                  </a:cubicBezTo>
                  <a:cubicBezTo>
                    <a:pt x="1544" y="140"/>
                    <a:pt x="1244" y="1"/>
                    <a:pt x="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5464073" y="2460613"/>
            <a:ext cx="1147199" cy="637372"/>
            <a:chOff x="315275" y="3124950"/>
            <a:chExt cx="658175" cy="365675"/>
          </a:xfrm>
        </p:grpSpPr>
        <p:sp>
          <p:nvSpPr>
            <p:cNvPr id="166" name="Google Shape;166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21"/>
          <p:cNvGrpSpPr/>
          <p:nvPr/>
        </p:nvGrpSpPr>
        <p:grpSpPr>
          <a:xfrm flipH="1">
            <a:off x="6495676" y="1486745"/>
            <a:ext cx="744001" cy="413322"/>
            <a:chOff x="315275" y="3124950"/>
            <a:chExt cx="658175" cy="365675"/>
          </a:xfrm>
        </p:grpSpPr>
        <p:sp>
          <p:nvSpPr>
            <p:cNvPr id="173" name="Google Shape;173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1"/>
          <p:cNvSpPr/>
          <p:nvPr/>
        </p:nvSpPr>
        <p:spPr>
          <a:xfrm>
            <a:off x="563406" y="4394194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7384C-9A3E-9E16-9744-CD101821B0DA}"/>
              </a:ext>
            </a:extLst>
          </p:cNvPr>
          <p:cNvSpPr txBox="1"/>
          <p:nvPr/>
        </p:nvSpPr>
        <p:spPr>
          <a:xfrm>
            <a:off x="563128" y="3238221"/>
            <a:ext cx="335881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Pripremili</a:t>
            </a:r>
            <a:r>
              <a:rPr lang="en-US" b="1"/>
              <a:t>:</a:t>
            </a:r>
            <a:br>
              <a:rPr lang="en-US"/>
            </a:br>
            <a:r>
              <a:rPr lang="en-US"/>
              <a:t>Benjamin </a:t>
            </a:r>
            <a:r>
              <a:rPr lang="en-US" err="1"/>
              <a:t>Baždar</a:t>
            </a:r>
            <a:endParaRPr lang="en-US"/>
          </a:p>
          <a:p>
            <a:r>
              <a:rPr lang="en-US"/>
              <a:t>Adi </a:t>
            </a:r>
            <a:r>
              <a:rPr lang="en-US" err="1"/>
              <a:t>Drakovac</a:t>
            </a:r>
            <a:endParaRPr lang="en-US"/>
          </a:p>
          <a:p>
            <a:r>
              <a:rPr lang="en-US"/>
              <a:t>Ali </a:t>
            </a:r>
            <a:r>
              <a:rPr lang="en-US" err="1"/>
              <a:t>Ljaljak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9A156-DCD9-35B5-23F6-76F8124F7D8F}"/>
              </a:ext>
            </a:extLst>
          </p:cNvPr>
          <p:cNvSpPr txBox="1"/>
          <p:nvPr/>
        </p:nvSpPr>
        <p:spPr>
          <a:xfrm>
            <a:off x="645341" y="2358113"/>
            <a:ext cx="46753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err="1"/>
              <a:t>Projekat</a:t>
            </a:r>
            <a:r>
              <a:rPr lang="en-US" i="1"/>
              <a:t> </a:t>
            </a:r>
            <a:r>
              <a:rPr lang="en-US" i="1" err="1"/>
              <a:t>iz</a:t>
            </a:r>
            <a:r>
              <a:rPr lang="en-US" i="1"/>
              <a:t> </a:t>
            </a:r>
            <a:r>
              <a:rPr lang="en-US" i="1" err="1"/>
              <a:t>predmeta</a:t>
            </a:r>
            <a:r>
              <a:rPr lang="en-US" i="1"/>
              <a:t> </a:t>
            </a:r>
            <a:r>
              <a:rPr lang="en-US" i="1" err="1"/>
              <a:t>Vještačka</a:t>
            </a:r>
            <a:r>
              <a:rPr lang="en-US" i="1"/>
              <a:t> </a:t>
            </a:r>
            <a:r>
              <a:rPr lang="en-US" i="1" err="1"/>
              <a:t>inteligencija</a:t>
            </a:r>
            <a:endParaRPr lang="en-US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5393C-2055-4F1A-C712-5FBEDC77D2F0}"/>
              </a:ext>
            </a:extLst>
          </p:cNvPr>
          <p:cNvSpPr txBox="1"/>
          <p:nvPr/>
        </p:nvSpPr>
        <p:spPr>
          <a:xfrm>
            <a:off x="2141248" y="4604063"/>
            <a:ext cx="284747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Akademska</a:t>
            </a:r>
            <a:r>
              <a:rPr lang="en-US"/>
              <a:t> 2024./2025. </a:t>
            </a:r>
            <a:r>
              <a:rPr lang="en-US" err="1"/>
              <a:t>godina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7D7A3-453A-9050-11CF-FA8B6C12DDD1}"/>
              </a:ext>
            </a:extLst>
          </p:cNvPr>
          <p:cNvSpPr txBox="1"/>
          <p:nvPr/>
        </p:nvSpPr>
        <p:spPr>
          <a:xfrm>
            <a:off x="3643636" y="3238582"/>
            <a:ext cx="268732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Nastavni</a:t>
            </a:r>
            <a:r>
              <a:rPr lang="en-US" b="1"/>
              <a:t> </a:t>
            </a:r>
            <a:r>
              <a:rPr lang="en-US" b="1" err="1"/>
              <a:t>ansambl</a:t>
            </a:r>
            <a:r>
              <a:rPr lang="en-US" b="1"/>
              <a:t>:</a:t>
            </a:r>
            <a:br>
              <a:rPr lang="en-US"/>
            </a:br>
            <a:r>
              <a:rPr lang="en-US">
                <a:latin typeface="Aptos"/>
              </a:rPr>
              <a:t>prof.  dr. Amila </a:t>
            </a:r>
            <a:r>
              <a:rPr lang="en-US" err="1">
                <a:latin typeface="Aptos"/>
              </a:rPr>
              <a:t>Akagić</a:t>
            </a:r>
            <a:r>
              <a:rPr lang="en-US">
                <a:latin typeface="Aptos"/>
              </a:rPr>
              <a:t> </a:t>
            </a:r>
            <a:r>
              <a:rPr lang="en-US" err="1">
                <a:latin typeface="Aptos"/>
              </a:rPr>
              <a:t>dipl.ing.el</a:t>
            </a:r>
            <a:r>
              <a:rPr lang="en-US">
                <a:latin typeface="Aptos"/>
              </a:rPr>
              <a:t>.</a:t>
            </a:r>
          </a:p>
          <a:p>
            <a:r>
              <a:rPr lang="en-US">
                <a:latin typeface="Aptos"/>
              </a:rPr>
              <a:t>Emina </a:t>
            </a:r>
            <a:r>
              <a:rPr lang="en-US" err="1">
                <a:latin typeface="Aptos"/>
              </a:rPr>
              <a:t>Efendić</a:t>
            </a:r>
            <a:r>
              <a:rPr lang="en-US">
                <a:latin typeface="Aptos"/>
              </a:rPr>
              <a:t> BA </a:t>
            </a:r>
            <a:r>
              <a:rPr lang="en-US" err="1">
                <a:latin typeface="Aptos"/>
              </a:rPr>
              <a:t>ing.</a:t>
            </a:r>
          </a:p>
        </p:txBody>
      </p:sp>
      <p:pic>
        <p:nvPicPr>
          <p:cNvPr id="7" name="Picture 6" descr="Elektrotehnički fakultet Univerziteta u Sarajevu | Informacije">
            <a:extLst>
              <a:ext uri="{FF2B5EF4-FFF2-40B4-BE49-F238E27FC236}">
                <a16:creationId xmlns:a16="http://schemas.microsoft.com/office/drawing/2014/main" id="{2B5BC482-FE00-9BE5-332E-771016A1E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88175"/>
            <a:ext cx="2743199" cy="750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title"/>
          </p:nvPr>
        </p:nvSpPr>
        <p:spPr>
          <a:xfrm>
            <a:off x="653868" y="1358409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subTitle" idx="1"/>
          </p:nvPr>
        </p:nvSpPr>
        <p:spPr>
          <a:xfrm>
            <a:off x="1989582" y="1358409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/>
              <a:t>Opis </a:t>
            </a:r>
            <a:r>
              <a:rPr lang="en" err="1"/>
              <a:t>problema</a:t>
            </a:r>
          </a:p>
        </p:txBody>
      </p:sp>
      <p:sp>
        <p:nvSpPr>
          <p:cNvPr id="186" name="Google Shape;186;p22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Sadržaj</a:t>
            </a:r>
            <a:r>
              <a:rPr lang="en"/>
              <a:t> </a:t>
            </a:r>
            <a:r>
              <a:rPr lang="en" err="1"/>
              <a:t>prezentacije</a:t>
            </a:r>
            <a:endParaRPr err="1"/>
          </a:p>
        </p:txBody>
      </p:sp>
      <p:cxnSp>
        <p:nvCxnSpPr>
          <p:cNvPr id="187" name="Google Shape;187;p22"/>
          <p:cNvCxnSpPr/>
          <p:nvPr/>
        </p:nvCxnSpPr>
        <p:spPr>
          <a:xfrm>
            <a:off x="1197768" y="1599751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8" name="Google Shape;188;p22"/>
          <p:cNvSpPr txBox="1">
            <a:spLocks noGrp="1"/>
          </p:cNvSpPr>
          <p:nvPr>
            <p:ph type="title" idx="3"/>
          </p:nvPr>
        </p:nvSpPr>
        <p:spPr>
          <a:xfrm>
            <a:off x="653868" y="1883029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ubTitle" idx="4"/>
          </p:nvPr>
        </p:nvSpPr>
        <p:spPr>
          <a:xfrm>
            <a:off x="1989582" y="1857515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err="1"/>
              <a:t>Pregled</a:t>
            </a:r>
            <a:r>
              <a:rPr lang="en"/>
              <a:t> </a:t>
            </a:r>
            <a:r>
              <a:rPr lang="en" err="1"/>
              <a:t>stanja</a:t>
            </a:r>
            <a:r>
              <a:rPr lang="en"/>
              <a:t> u </a:t>
            </a:r>
            <a:r>
              <a:rPr lang="en" err="1"/>
              <a:t>oblasti</a:t>
            </a:r>
            <a:endParaRPr err="1"/>
          </a:p>
        </p:txBody>
      </p:sp>
      <p:sp>
        <p:nvSpPr>
          <p:cNvPr id="190" name="Google Shape;190;p22"/>
          <p:cNvSpPr txBox="1">
            <a:spLocks noGrp="1"/>
          </p:cNvSpPr>
          <p:nvPr>
            <p:ph type="title" idx="5"/>
          </p:nvPr>
        </p:nvSpPr>
        <p:spPr>
          <a:xfrm>
            <a:off x="653868" y="2453572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ubTitle" idx="6"/>
          </p:nvPr>
        </p:nvSpPr>
        <p:spPr>
          <a:xfrm>
            <a:off x="1989582" y="2407648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err="1"/>
              <a:t>Izbor</a:t>
            </a:r>
            <a:r>
              <a:rPr lang="en"/>
              <a:t>, </a:t>
            </a:r>
            <a:r>
              <a:rPr lang="en" err="1"/>
              <a:t>analiza</a:t>
            </a:r>
            <a:r>
              <a:rPr lang="en"/>
              <a:t> </a:t>
            </a:r>
            <a:r>
              <a:rPr lang="en" err="1"/>
              <a:t>i</a:t>
            </a:r>
            <a:r>
              <a:rPr lang="en"/>
              <a:t> </a:t>
            </a:r>
            <a:r>
              <a:rPr lang="en" err="1"/>
              <a:t>pretprocesiranje</a:t>
            </a:r>
            <a:r>
              <a:rPr lang="en"/>
              <a:t> dataset-a</a:t>
            </a:r>
            <a:endParaRPr lang="en-US"/>
          </a:p>
        </p:txBody>
      </p:sp>
      <p:sp>
        <p:nvSpPr>
          <p:cNvPr id="192" name="Google Shape;192;p22"/>
          <p:cNvSpPr txBox="1">
            <a:spLocks noGrp="1"/>
          </p:cNvSpPr>
          <p:nvPr>
            <p:ph type="title" idx="7"/>
          </p:nvPr>
        </p:nvSpPr>
        <p:spPr>
          <a:xfrm>
            <a:off x="653868" y="2978192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ubTitle" idx="8"/>
          </p:nvPr>
        </p:nvSpPr>
        <p:spPr>
          <a:xfrm>
            <a:off x="1989582" y="2952679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err="1"/>
              <a:t>Odabir</a:t>
            </a:r>
            <a:r>
              <a:rPr lang="en"/>
              <a:t>, </a:t>
            </a:r>
            <a:r>
              <a:rPr lang="en" err="1"/>
              <a:t>formiranje</a:t>
            </a:r>
            <a:r>
              <a:rPr lang="en"/>
              <a:t>, </a:t>
            </a:r>
            <a:r>
              <a:rPr lang="en" err="1"/>
              <a:t>treniranje</a:t>
            </a:r>
            <a:r>
              <a:rPr lang="en"/>
              <a:t> </a:t>
            </a:r>
            <a:r>
              <a:rPr lang="en" err="1"/>
              <a:t>i</a:t>
            </a:r>
            <a:r>
              <a:rPr lang="en"/>
              <a:t> </a:t>
            </a:r>
            <a:r>
              <a:rPr lang="en" err="1"/>
              <a:t>testiranje</a:t>
            </a:r>
            <a:r>
              <a:rPr lang="en"/>
              <a:t> </a:t>
            </a:r>
            <a:r>
              <a:rPr lang="en" err="1"/>
              <a:t>modela</a:t>
            </a:r>
            <a:endParaRPr lang="en-US" err="1"/>
          </a:p>
        </p:txBody>
      </p:sp>
      <p:cxnSp>
        <p:nvCxnSpPr>
          <p:cNvPr id="194" name="Google Shape;194;p22"/>
          <p:cNvCxnSpPr/>
          <p:nvPr/>
        </p:nvCxnSpPr>
        <p:spPr>
          <a:xfrm>
            <a:off x="1197768" y="2144581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1197768" y="2689412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6" name="Google Shape;196;p22"/>
          <p:cNvCxnSpPr/>
          <p:nvPr/>
        </p:nvCxnSpPr>
        <p:spPr>
          <a:xfrm>
            <a:off x="1182460" y="3239345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" name="Google Shape;187;p22">
            <a:extLst>
              <a:ext uri="{FF2B5EF4-FFF2-40B4-BE49-F238E27FC236}">
                <a16:creationId xmlns:a16="http://schemas.microsoft.com/office/drawing/2014/main" id="{3149C9B6-3BE1-5B14-495B-50315F22F88C}"/>
              </a:ext>
            </a:extLst>
          </p:cNvPr>
          <p:cNvCxnSpPr>
            <a:cxnSpLocks/>
          </p:cNvCxnSpPr>
          <p:nvPr/>
        </p:nvCxnSpPr>
        <p:spPr>
          <a:xfrm>
            <a:off x="1197768" y="3804108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5713892-BA80-4DC8-E571-9A46FFB578A8}"/>
              </a:ext>
            </a:extLst>
          </p:cNvPr>
          <p:cNvSpPr txBox="1"/>
          <p:nvPr/>
        </p:nvSpPr>
        <p:spPr>
          <a:xfrm>
            <a:off x="654164" y="3629025"/>
            <a:ext cx="52863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E67CB9"/>
                </a:solidFill>
                <a:latin typeface="Golos Text Medium"/>
              </a:rPr>
              <a:t>05</a:t>
            </a:r>
            <a:endParaRPr lang="en-US"/>
          </a:p>
        </p:txBody>
      </p:sp>
      <p:sp>
        <p:nvSpPr>
          <p:cNvPr id="6" name="Google Shape;193;p22">
            <a:extLst>
              <a:ext uri="{FF2B5EF4-FFF2-40B4-BE49-F238E27FC236}">
                <a16:creationId xmlns:a16="http://schemas.microsoft.com/office/drawing/2014/main" id="{551486D6-E704-5C79-733C-6A8B692FF3AB}"/>
              </a:ext>
            </a:extLst>
          </p:cNvPr>
          <p:cNvSpPr txBox="1">
            <a:spLocks/>
          </p:cNvSpPr>
          <p:nvPr/>
        </p:nvSpPr>
        <p:spPr>
          <a:xfrm>
            <a:off x="1988902" y="3543910"/>
            <a:ext cx="6378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14999"/>
              </a:lnSpc>
            </a:pPr>
            <a:r>
              <a:rPr lang="en" dirty="0" err="1"/>
              <a:t>Cjelokupni</a:t>
            </a:r>
            <a:r>
              <a:rPr lang="en" dirty="0"/>
              <a:t> </a:t>
            </a:r>
            <a:r>
              <a:rPr lang="en" dirty="0" err="1"/>
              <a:t>osvrt</a:t>
            </a:r>
            <a:r>
              <a:rPr lang="en" dirty="0"/>
              <a:t> </a:t>
            </a:r>
            <a:r>
              <a:rPr lang="en" dirty="0" err="1"/>
              <a:t>na</a:t>
            </a:r>
            <a:r>
              <a:rPr lang="en" dirty="0"/>
              <a:t> problem </a:t>
            </a:r>
            <a:r>
              <a:rPr lang="en" dirty="0" err="1"/>
              <a:t>i</a:t>
            </a:r>
            <a:r>
              <a:rPr lang="en" dirty="0"/>
              <a:t> </a:t>
            </a:r>
            <a:r>
              <a:rPr lang="en" dirty="0" err="1"/>
              <a:t>dobijeno</a:t>
            </a:r>
            <a:r>
              <a:rPr lang="en" dirty="0"/>
              <a:t> </a:t>
            </a:r>
            <a:r>
              <a:rPr lang="en" dirty="0" err="1"/>
              <a:t>rješenje</a:t>
            </a:r>
            <a:endParaRPr lang="en-US" dirty="0" err="1"/>
          </a:p>
        </p:txBody>
      </p:sp>
      <p:pic>
        <p:nvPicPr>
          <p:cNvPr id="2" name="Picture 1" descr="Ai PNGs for Free Download">
            <a:extLst>
              <a:ext uri="{FF2B5EF4-FFF2-40B4-BE49-F238E27FC236}">
                <a16:creationId xmlns:a16="http://schemas.microsoft.com/office/drawing/2014/main" id="{AAE0F41A-A51C-9D2A-458A-BB59E88F1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437710"/>
            <a:ext cx="1947672" cy="19613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710528" y="1843554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Opis problema</a:t>
            </a: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03" name="Google Shape;203;p23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4" name="Google Shape;204;p23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pic>
        <p:nvPicPr>
          <p:cNvPr id="2" name="Picture 1" descr="Artificial Intelligenc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64A8A5C8-F7B8-26F9-329F-E1BF904A8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306" y="956120"/>
            <a:ext cx="2435733" cy="2431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167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Opis </a:t>
            </a:r>
            <a:r>
              <a:rPr lang="en" err="1"/>
              <a:t>problema</a:t>
            </a:r>
            <a:endParaRPr err="1"/>
          </a:p>
        </p:txBody>
      </p:sp>
      <p:cxnSp>
        <p:nvCxnSpPr>
          <p:cNvPr id="440" name="Google Shape;440;p25"/>
          <p:cNvCxnSpPr/>
          <p:nvPr/>
        </p:nvCxnSpPr>
        <p:spPr>
          <a:xfrm>
            <a:off x="5110450" y="4608500"/>
            <a:ext cx="445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5F1B1-E506-9685-2039-573190BA8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err="1">
                <a:solidFill>
                  <a:srgbClr val="000000"/>
                </a:solidFill>
                <a:latin typeface="Arial"/>
              </a:rPr>
              <a:t>Praćenje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populacija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divljih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životinja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ključno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je za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očuvanje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biodiverziteta</a:t>
            </a:r>
            <a:endParaRPr lang="en-US" sz="1600">
              <a:solidFill>
                <a:srgbClr val="000000"/>
              </a:solidFill>
              <a:latin typeface="Arial"/>
            </a:endParaRPr>
          </a:p>
          <a:p>
            <a:pPr marL="139700" indent="0">
              <a:lnSpc>
                <a:spcPct val="114999"/>
              </a:lnSpc>
              <a:buNone/>
            </a:pPr>
            <a:endParaRPr lang="en-US" sz="16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999"/>
              </a:lnSpc>
            </a:pPr>
            <a:r>
              <a:rPr lang="en-US" sz="1600" err="1">
                <a:solidFill>
                  <a:srgbClr val="000000"/>
                </a:solidFill>
                <a:latin typeface="Arial"/>
              </a:rPr>
              <a:t>Duboko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učenje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konvolucione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neuronske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mreže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(CNN)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pokazali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su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se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veoma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dobro za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identifikaciju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klasifikaciju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životinja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na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osnovu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slika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snimljenih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kamerama-zamkama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ili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drugim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Arial"/>
              </a:rPr>
              <a:t>sistemima</a:t>
            </a:r>
            <a:r>
              <a:rPr lang="en-US" sz="160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ct val="114999"/>
              </a:lnSpc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NIMAL SPECIES DETECTION USING DEEP LEARNING | by HamoyeHQ | Medium">
            <a:extLst>
              <a:ext uri="{FF2B5EF4-FFF2-40B4-BE49-F238E27FC236}">
                <a16:creationId xmlns:a16="http://schemas.microsoft.com/office/drawing/2014/main" id="{6C9A89CA-7423-5EB8-F88A-1CE5BF7C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562" y="1200641"/>
            <a:ext cx="4135854" cy="23010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Ciljevi</a:t>
            </a:r>
            <a:r>
              <a:rPr lang="en"/>
              <a:t> </a:t>
            </a:r>
            <a:r>
              <a:rPr lang="en" err="1"/>
              <a:t>projekta</a:t>
            </a:r>
            <a:endParaRPr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F2FEE-4B5A-D774-AD2D-4FCD4AD38C9B}"/>
              </a:ext>
            </a:extLst>
          </p:cNvPr>
          <p:cNvSpPr txBox="1"/>
          <p:nvPr/>
        </p:nvSpPr>
        <p:spPr>
          <a:xfrm>
            <a:off x="713874" y="1360571"/>
            <a:ext cx="3284621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err="1"/>
              <a:t>projektovanje</a:t>
            </a:r>
            <a:r>
              <a:rPr lang="en-US" sz="1600"/>
              <a:t> </a:t>
            </a:r>
            <a:r>
              <a:rPr lang="en-US" sz="1600" err="1"/>
              <a:t>i</a:t>
            </a:r>
            <a:r>
              <a:rPr lang="en-US" sz="1600"/>
              <a:t> </a:t>
            </a:r>
            <a:r>
              <a:rPr lang="en-US" sz="1600" err="1"/>
              <a:t>modeliranje</a:t>
            </a:r>
            <a:r>
              <a:rPr lang="en-US" sz="1600"/>
              <a:t> </a:t>
            </a:r>
            <a:r>
              <a:rPr lang="en-US" sz="1600" err="1"/>
              <a:t>sistema</a:t>
            </a:r>
            <a:r>
              <a:rPr lang="en-US" sz="1600"/>
              <a:t> </a:t>
            </a:r>
            <a:r>
              <a:rPr lang="en-US" sz="1600" err="1"/>
              <a:t>vještačke</a:t>
            </a:r>
            <a:r>
              <a:rPr lang="en-US" sz="1600"/>
              <a:t> </a:t>
            </a:r>
            <a:r>
              <a:rPr lang="en-US" sz="1600" err="1"/>
              <a:t>inteligencije</a:t>
            </a:r>
            <a:r>
              <a:rPr lang="en-US" sz="1600"/>
              <a:t> </a:t>
            </a:r>
            <a:r>
              <a:rPr lang="en-US" sz="1600" err="1"/>
              <a:t>sposobnog</a:t>
            </a:r>
            <a:r>
              <a:rPr lang="en-US" sz="1600"/>
              <a:t> za </a:t>
            </a:r>
            <a:r>
              <a:rPr lang="en-US" sz="1600" err="1"/>
              <a:t>prepoznavanje</a:t>
            </a:r>
            <a:r>
              <a:rPr lang="en-US" sz="1600"/>
              <a:t> </a:t>
            </a:r>
            <a:r>
              <a:rPr lang="en-US" sz="1600" err="1"/>
              <a:t>divljih</a:t>
            </a:r>
            <a:r>
              <a:rPr lang="en-US" sz="1600"/>
              <a:t> </a:t>
            </a:r>
            <a:r>
              <a:rPr lang="en-US" sz="1600" err="1"/>
              <a:t>životinja</a:t>
            </a:r>
            <a:r>
              <a:rPr lang="en-US" sz="1600"/>
              <a:t> u </a:t>
            </a:r>
            <a:r>
              <a:rPr lang="en-US" sz="1600" err="1"/>
              <a:t>njihovom</a:t>
            </a:r>
            <a:r>
              <a:rPr lang="en-US" sz="1600"/>
              <a:t> </a:t>
            </a:r>
            <a:r>
              <a:rPr lang="en-US" sz="1600" err="1"/>
              <a:t>prirodnom</a:t>
            </a:r>
            <a:r>
              <a:rPr lang="en-US" sz="1600"/>
              <a:t> </a:t>
            </a:r>
            <a:r>
              <a:rPr lang="en-US" sz="1600" err="1"/>
              <a:t>okruženju</a:t>
            </a:r>
            <a:endParaRPr lang="en-US" sz="1600"/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err="1"/>
              <a:t>razlikovanje</a:t>
            </a:r>
            <a:r>
              <a:rPr lang="en-US" sz="1600"/>
              <a:t> </a:t>
            </a:r>
            <a:r>
              <a:rPr lang="en-US" sz="1600" err="1"/>
              <a:t>mlađe</a:t>
            </a:r>
            <a:r>
              <a:rPr lang="en-US" sz="1600"/>
              <a:t> </a:t>
            </a:r>
            <a:r>
              <a:rPr lang="en-US" sz="1600" err="1"/>
              <a:t>i</a:t>
            </a:r>
            <a:r>
              <a:rPr lang="en-US" sz="1600"/>
              <a:t> </a:t>
            </a:r>
            <a:r>
              <a:rPr lang="en-US" sz="1600" err="1"/>
              <a:t>starije</a:t>
            </a:r>
            <a:r>
              <a:rPr lang="en-US" sz="1600"/>
              <a:t> </a:t>
            </a:r>
            <a:r>
              <a:rPr lang="en-US" sz="1600" err="1"/>
              <a:t>jedinke</a:t>
            </a:r>
            <a:r>
              <a:rPr lang="en-US" sz="1600"/>
              <a:t> </a:t>
            </a:r>
            <a:r>
              <a:rPr lang="en-US" sz="1600" err="1"/>
              <a:t>unutar</a:t>
            </a:r>
            <a:r>
              <a:rPr lang="en-US" sz="1600"/>
              <a:t> </a:t>
            </a:r>
            <a:r>
              <a:rPr lang="en-US" sz="1600" err="1"/>
              <a:t>klase</a:t>
            </a:r>
            <a:r>
              <a:rPr lang="en-US" sz="1600"/>
              <a:t> bear (</a:t>
            </a:r>
            <a:r>
              <a:rPr lang="en-US" sz="1600" err="1"/>
              <a:t>bear_juvenile</a:t>
            </a:r>
            <a:r>
              <a:rPr lang="en-US" sz="1600"/>
              <a:t> I </a:t>
            </a:r>
            <a:r>
              <a:rPr lang="en-US" sz="1600" err="1"/>
              <a:t>bear_adult</a:t>
            </a:r>
            <a:r>
              <a:rPr lang="en-US" sz="1600"/>
              <a:t>)</a:t>
            </a:r>
            <a:endParaRPr lang="en-US" sz="160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0" name="Picture 9" descr="A screenshot of a bear in the woods&#10;&#10;AI-generated content may be incorrect.">
            <a:extLst>
              <a:ext uri="{FF2B5EF4-FFF2-40B4-BE49-F238E27FC236}">
                <a16:creationId xmlns:a16="http://schemas.microsoft.com/office/drawing/2014/main" id="{9FF0887D-5879-5C40-4C10-F7DADE2D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987" y="1243263"/>
            <a:ext cx="4421605" cy="24865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10561822-2605-BB4D-B58D-D76661E76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>
            <a:extLst>
              <a:ext uri="{FF2B5EF4-FFF2-40B4-BE49-F238E27FC236}">
                <a16:creationId xmlns:a16="http://schemas.microsoft.com/office/drawing/2014/main" id="{807E68B4-DA8B-CA53-9676-02E783D22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774" y="1144"/>
            <a:ext cx="8435974" cy="6047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Pregled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postojećih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dataset-a – 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dio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1</a:t>
            </a:r>
          </a:p>
          <a:p>
            <a:pPr>
              <a:lnSpc>
                <a:spcPct val="114999"/>
              </a:lnSpc>
            </a:pPr>
            <a:endParaRPr lang="e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037055-5354-47FC-372B-83FF113C4220}"/>
              </a:ext>
            </a:extLst>
          </p:cNvPr>
          <p:cNvSpPr txBox="1"/>
          <p:nvPr/>
        </p:nvSpPr>
        <p:spPr>
          <a:xfrm>
            <a:off x="366947" y="1110050"/>
            <a:ext cx="8298992" cy="28931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Cilj</a:t>
            </a:r>
            <a:r>
              <a:rPr lang="en-US" b="1"/>
              <a:t> </a:t>
            </a:r>
            <a:r>
              <a:rPr lang="en-US" b="1" err="1"/>
              <a:t>analize</a:t>
            </a:r>
            <a:r>
              <a:rPr lang="en-US" b="1"/>
              <a:t>:</a:t>
            </a:r>
            <a:endParaRPr lang="en-US"/>
          </a:p>
          <a:p>
            <a:pPr marL="285750" indent="-285750">
              <a:buChar char="•"/>
            </a:pPr>
            <a:r>
              <a:rPr lang="en-US" err="1"/>
              <a:t>Istražiti</a:t>
            </a:r>
            <a:r>
              <a:rPr lang="en-US"/>
              <a:t> da li </a:t>
            </a:r>
            <a:r>
              <a:rPr lang="en-US" err="1"/>
              <a:t>postoje</a:t>
            </a:r>
            <a:r>
              <a:rPr lang="en-US"/>
              <a:t> </a:t>
            </a:r>
            <a:r>
              <a:rPr lang="en-US" err="1"/>
              <a:t>javno</a:t>
            </a:r>
            <a:r>
              <a:rPr lang="en-US"/>
              <a:t> </a:t>
            </a:r>
            <a:r>
              <a:rPr lang="en-US" err="1"/>
              <a:t>dostupni</a:t>
            </a:r>
            <a:r>
              <a:rPr lang="en-US"/>
              <a:t> </a:t>
            </a:r>
            <a:r>
              <a:rPr lang="en-US" err="1"/>
              <a:t>skupovi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 koji bi se </a:t>
            </a:r>
            <a:r>
              <a:rPr lang="en-US" err="1"/>
              <a:t>mogli</a:t>
            </a:r>
            <a:r>
              <a:rPr lang="en-US"/>
              <a:t> </a:t>
            </a:r>
            <a:r>
              <a:rPr lang="en-US" err="1"/>
              <a:t>direktno</a:t>
            </a:r>
            <a:r>
              <a:rPr lang="en-US"/>
              <a:t> </a:t>
            </a:r>
            <a:r>
              <a:rPr lang="en-US" err="1"/>
              <a:t>iskoristiti</a:t>
            </a:r>
            <a:r>
              <a:rPr lang="en-US"/>
              <a:t> za </a:t>
            </a:r>
            <a:r>
              <a:rPr lang="en-US" err="1"/>
              <a:t>rješavanje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 – </a:t>
            </a:r>
            <a:r>
              <a:rPr lang="en-US" b="1" err="1"/>
              <a:t>detekcija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starosna</a:t>
            </a:r>
            <a:r>
              <a:rPr lang="en-US" b="1"/>
              <a:t> </a:t>
            </a:r>
            <a:r>
              <a:rPr lang="en-US" b="1" err="1"/>
              <a:t>klasifikacija</a:t>
            </a:r>
            <a:r>
              <a:rPr lang="en-US" b="1"/>
              <a:t> </a:t>
            </a:r>
            <a:r>
              <a:rPr lang="en-US" b="1" err="1"/>
              <a:t>medvjeda</a:t>
            </a:r>
            <a:r>
              <a:rPr lang="en-US" b="1"/>
              <a:t> u </a:t>
            </a:r>
            <a:r>
              <a:rPr lang="en-US" b="1" err="1"/>
              <a:t>prirodnom</a:t>
            </a:r>
            <a:r>
              <a:rPr lang="en-US" b="1"/>
              <a:t> </a:t>
            </a:r>
            <a:r>
              <a:rPr lang="en-US" b="1" err="1"/>
              <a:t>okruženju</a:t>
            </a:r>
            <a:r>
              <a:rPr lang="en-US"/>
              <a:t>.</a:t>
            </a:r>
          </a:p>
          <a:p>
            <a:r>
              <a:rPr lang="en-US" b="1"/>
              <a:t>LILA.BC</a:t>
            </a:r>
            <a:endParaRPr lang="en-US"/>
          </a:p>
          <a:p>
            <a:pPr marL="285750" indent="-285750">
              <a:buChar char="•"/>
            </a:pPr>
            <a:r>
              <a:rPr lang="en-US" err="1"/>
              <a:t>Ogroman</a:t>
            </a:r>
            <a:r>
              <a:rPr lang="en-US"/>
              <a:t> </a:t>
            </a:r>
            <a:r>
              <a:rPr lang="en-US" err="1"/>
              <a:t>repozitorijum</a:t>
            </a:r>
            <a:r>
              <a:rPr lang="en-US"/>
              <a:t> </a:t>
            </a:r>
            <a:r>
              <a:rPr lang="en-US" err="1"/>
              <a:t>slika</a:t>
            </a:r>
            <a:r>
              <a:rPr lang="en-US"/>
              <a:t> </a:t>
            </a:r>
            <a:r>
              <a:rPr lang="en-US" err="1"/>
              <a:t>divljih</a:t>
            </a:r>
            <a:r>
              <a:rPr lang="en-US"/>
              <a:t> </a:t>
            </a:r>
            <a:r>
              <a:rPr lang="en-US" err="1"/>
              <a:t>životinja</a:t>
            </a:r>
            <a:r>
              <a:rPr lang="en-US"/>
              <a:t> </a:t>
            </a:r>
            <a:r>
              <a:rPr lang="en-US" err="1"/>
              <a:t>iz</a:t>
            </a:r>
            <a:r>
              <a:rPr lang="en-US"/>
              <a:t> camera trap-ova.</a:t>
            </a:r>
          </a:p>
          <a:p>
            <a:pPr marL="285750" indent="-285750">
              <a:buChar char="•"/>
            </a:pPr>
            <a:r>
              <a:rPr lang="en-US" b="1" err="1"/>
              <a:t>Prednost</a:t>
            </a:r>
            <a:r>
              <a:rPr lang="en-US"/>
              <a:t>: </a:t>
            </a:r>
            <a:r>
              <a:rPr lang="en-US" err="1"/>
              <a:t>Realni</a:t>
            </a:r>
            <a:r>
              <a:rPr lang="en-US"/>
              <a:t> </a:t>
            </a:r>
            <a:r>
              <a:rPr lang="en-US" err="1"/>
              <a:t>uslovi</a:t>
            </a:r>
            <a:r>
              <a:rPr lang="en-US"/>
              <a:t>, </a:t>
            </a:r>
            <a:r>
              <a:rPr lang="en-US" err="1"/>
              <a:t>prirodna</a:t>
            </a:r>
            <a:r>
              <a:rPr lang="en-US"/>
              <a:t> </a:t>
            </a:r>
            <a:r>
              <a:rPr lang="en-US" err="1"/>
              <a:t>staništa</a:t>
            </a:r>
            <a:r>
              <a:rPr lang="en-US"/>
              <a:t>, </a:t>
            </a:r>
            <a:r>
              <a:rPr lang="en-US" err="1"/>
              <a:t>relevantan</a:t>
            </a:r>
            <a:r>
              <a:rPr lang="en-US"/>
              <a:t> </a:t>
            </a:r>
            <a:r>
              <a:rPr lang="en-US" err="1"/>
              <a:t>kontekst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Ograničenje</a:t>
            </a:r>
            <a:r>
              <a:rPr lang="en-US"/>
              <a:t>: </a:t>
            </a:r>
            <a:r>
              <a:rPr lang="en-US" err="1"/>
              <a:t>Anotacije</a:t>
            </a:r>
            <a:r>
              <a:rPr lang="en-US"/>
              <a:t> </a:t>
            </a:r>
            <a:r>
              <a:rPr lang="en-US" err="1"/>
              <a:t>samo</a:t>
            </a:r>
            <a:r>
              <a:rPr lang="en-US"/>
              <a:t> po </a:t>
            </a:r>
            <a:r>
              <a:rPr lang="en-US" err="1"/>
              <a:t>vrstama</a:t>
            </a:r>
            <a:r>
              <a:rPr lang="en-US"/>
              <a:t>, </a:t>
            </a:r>
            <a:r>
              <a:rPr lang="en-US" b="1" err="1"/>
              <a:t>nema</a:t>
            </a:r>
            <a:r>
              <a:rPr lang="en-US" b="1"/>
              <a:t> </a:t>
            </a:r>
            <a:r>
              <a:rPr lang="en-US" b="1" err="1"/>
              <a:t>informacija</a:t>
            </a:r>
            <a:r>
              <a:rPr lang="en-US" b="1"/>
              <a:t> o </a:t>
            </a:r>
            <a:r>
              <a:rPr lang="en-US" b="1" err="1"/>
              <a:t>starosti</a:t>
            </a:r>
            <a:r>
              <a:rPr lang="en-US"/>
              <a:t>.</a:t>
            </a:r>
          </a:p>
          <a:p>
            <a:r>
              <a:rPr lang="en-US" b="1"/>
              <a:t>COCO</a:t>
            </a:r>
            <a:endParaRPr lang="en-US"/>
          </a:p>
          <a:p>
            <a:pPr marL="285750" indent="-285750">
              <a:buChar char="•"/>
            </a:pPr>
            <a:r>
              <a:rPr lang="en-US" err="1"/>
              <a:t>Industrijski</a:t>
            </a:r>
            <a:r>
              <a:rPr lang="en-US"/>
              <a:t> standard za </a:t>
            </a:r>
            <a:r>
              <a:rPr lang="en-US" err="1"/>
              <a:t>detekciju</a:t>
            </a:r>
            <a:r>
              <a:rPr lang="en-US"/>
              <a:t> </a:t>
            </a:r>
            <a:r>
              <a:rPr lang="en-US" err="1"/>
              <a:t>objekata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Prednost</a:t>
            </a:r>
            <a:r>
              <a:rPr lang="en-US"/>
              <a:t>: Ima </a:t>
            </a:r>
            <a:r>
              <a:rPr lang="en-US" err="1"/>
              <a:t>klasu</a:t>
            </a:r>
            <a:r>
              <a:rPr lang="en-US"/>
              <a:t> "bear", </a:t>
            </a:r>
            <a:r>
              <a:rPr lang="en-US" err="1"/>
              <a:t>precizne</a:t>
            </a:r>
            <a:r>
              <a:rPr lang="en-US"/>
              <a:t> bounding box </a:t>
            </a:r>
            <a:r>
              <a:rPr lang="en-US" err="1"/>
              <a:t>anotacije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Ograničenje</a:t>
            </a:r>
            <a:r>
              <a:rPr lang="en-US"/>
              <a:t>: Mali </a:t>
            </a:r>
            <a:r>
              <a:rPr lang="en-US" err="1"/>
              <a:t>broj</a:t>
            </a:r>
            <a:r>
              <a:rPr lang="en-US"/>
              <a:t> </a:t>
            </a:r>
            <a:r>
              <a:rPr lang="en-US" err="1"/>
              <a:t>medvjeda</a:t>
            </a:r>
            <a:r>
              <a:rPr lang="en-US"/>
              <a:t>, </a:t>
            </a:r>
            <a:r>
              <a:rPr lang="en-US" b="1" err="1"/>
              <a:t>nema</a:t>
            </a:r>
            <a:r>
              <a:rPr lang="en-US" b="1"/>
              <a:t> </a:t>
            </a:r>
            <a:r>
              <a:rPr lang="en-US" b="1" err="1"/>
              <a:t>podataka</a:t>
            </a:r>
            <a:r>
              <a:rPr lang="en-US" b="1"/>
              <a:t> o </a:t>
            </a:r>
            <a:r>
              <a:rPr lang="en-US" b="1" err="1"/>
              <a:t>starosti</a:t>
            </a:r>
            <a:r>
              <a:rPr lang="en-US"/>
              <a:t>, </a:t>
            </a:r>
            <a:r>
              <a:rPr lang="en-US" err="1"/>
              <a:t>slike</a:t>
            </a:r>
            <a:r>
              <a:rPr lang="en-US"/>
              <a:t> </a:t>
            </a:r>
            <a:r>
              <a:rPr lang="en-US" err="1"/>
              <a:t>često</a:t>
            </a:r>
            <a:r>
              <a:rPr lang="en-US"/>
              <a:t> </a:t>
            </a:r>
            <a:r>
              <a:rPr lang="en-US" err="1"/>
              <a:t>iz</a:t>
            </a:r>
            <a:r>
              <a:rPr lang="en-US"/>
              <a:t> </a:t>
            </a:r>
            <a:r>
              <a:rPr lang="en-US" err="1"/>
              <a:t>neprirodnog</a:t>
            </a:r>
            <a:r>
              <a:rPr lang="en-US"/>
              <a:t> </a:t>
            </a:r>
            <a:r>
              <a:rPr lang="en-US" err="1"/>
              <a:t>konteksta</a:t>
            </a:r>
            <a:r>
              <a:rPr lang="en-US"/>
              <a:t> (zoo, </a:t>
            </a:r>
            <a:r>
              <a:rPr lang="en-US" err="1"/>
              <a:t>igračke</a:t>
            </a:r>
            <a:r>
              <a:rPr lang="en-US"/>
              <a:t>...).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3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5669E489-A1F6-74AE-7C04-F7880240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>
            <a:extLst>
              <a:ext uri="{FF2B5EF4-FFF2-40B4-BE49-F238E27FC236}">
                <a16:creationId xmlns:a16="http://schemas.microsoft.com/office/drawing/2014/main" id="{F7D92841-D233-70C2-B421-DFA961AD2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774" y="1144"/>
            <a:ext cx="8435974" cy="6047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Pregled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postojećih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dataset-a – 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dio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 2</a:t>
            </a:r>
          </a:p>
          <a:p>
            <a:pPr>
              <a:lnSpc>
                <a:spcPct val="114999"/>
              </a:lnSpc>
            </a:pPr>
            <a:endParaRPr lang="en"/>
          </a:p>
          <a:p>
            <a:pPr>
              <a:lnSpc>
                <a:spcPct val="114999"/>
              </a:lnSpc>
            </a:pPr>
            <a:endParaRPr lang="e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516A1-5DDB-788C-D041-38C07EEDF80C}"/>
              </a:ext>
            </a:extLst>
          </p:cNvPr>
          <p:cNvSpPr txBox="1"/>
          <p:nvPr/>
        </p:nvSpPr>
        <p:spPr>
          <a:xfrm>
            <a:off x="366947" y="1110050"/>
            <a:ext cx="8298992" cy="224676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Animal-Web</a:t>
            </a:r>
            <a:endParaRPr lang="en-US"/>
          </a:p>
          <a:p>
            <a:pPr marL="285750" indent="-285750">
              <a:buChar char="•"/>
            </a:pPr>
            <a:r>
              <a:rPr lang="en-US" err="1"/>
              <a:t>Skup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 za </a:t>
            </a:r>
            <a:r>
              <a:rPr lang="en-US" b="1"/>
              <a:t>fine-grained </a:t>
            </a:r>
            <a:r>
              <a:rPr lang="en-US" b="1" err="1"/>
              <a:t>klasifikaciju</a:t>
            </a:r>
            <a:r>
              <a:rPr lang="en-US" b="1"/>
              <a:t> </a:t>
            </a:r>
            <a:r>
              <a:rPr lang="en-US" b="1" err="1"/>
              <a:t>životinja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Prednost</a:t>
            </a:r>
            <a:r>
              <a:rPr lang="en-US"/>
              <a:t>: Fokus </a:t>
            </a:r>
            <a:r>
              <a:rPr lang="en-US" err="1"/>
              <a:t>na</a:t>
            </a:r>
            <a:r>
              <a:rPr lang="en-US"/>
              <a:t> starost </a:t>
            </a:r>
            <a:r>
              <a:rPr lang="en-US" err="1"/>
              <a:t>i</a:t>
            </a:r>
            <a:r>
              <a:rPr lang="en-US"/>
              <a:t> pol </a:t>
            </a:r>
            <a:r>
              <a:rPr lang="en-US" err="1"/>
              <a:t>životinja</a:t>
            </a:r>
            <a:r>
              <a:rPr lang="en-US"/>
              <a:t> – </a:t>
            </a:r>
            <a:r>
              <a:rPr lang="en-US" err="1"/>
              <a:t>konceptualno</a:t>
            </a:r>
            <a:r>
              <a:rPr lang="en-US"/>
              <a:t> </a:t>
            </a:r>
            <a:r>
              <a:rPr lang="en-US" err="1"/>
              <a:t>najbliži</a:t>
            </a:r>
            <a:r>
              <a:rPr lang="en-US"/>
              <a:t> </a:t>
            </a:r>
            <a:r>
              <a:rPr lang="en-US" err="1"/>
              <a:t>cilju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Ograničenje</a:t>
            </a:r>
            <a:r>
              <a:rPr lang="en-US"/>
              <a:t>: </a:t>
            </a:r>
            <a:r>
              <a:rPr lang="en-US" b="1" err="1"/>
              <a:t>Premalo</a:t>
            </a:r>
            <a:r>
              <a:rPr lang="en-US" b="1"/>
              <a:t> </a:t>
            </a:r>
            <a:r>
              <a:rPr lang="en-US" b="1" err="1"/>
              <a:t>slika</a:t>
            </a:r>
            <a:r>
              <a:rPr lang="en-US" b="1"/>
              <a:t> </a:t>
            </a:r>
            <a:r>
              <a:rPr lang="en-US" b="1" err="1"/>
              <a:t>medvjeda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pouzdanim</a:t>
            </a:r>
            <a:r>
              <a:rPr lang="en-US"/>
              <a:t> </a:t>
            </a:r>
            <a:r>
              <a:rPr lang="en-US" err="1"/>
              <a:t>starosnim</a:t>
            </a:r>
            <a:r>
              <a:rPr lang="en-US"/>
              <a:t> </a:t>
            </a:r>
            <a:r>
              <a:rPr lang="en-US" err="1"/>
              <a:t>oznakama</a:t>
            </a:r>
            <a:r>
              <a:rPr lang="en-US"/>
              <a:t>.</a:t>
            </a:r>
          </a:p>
          <a:p>
            <a:r>
              <a:rPr lang="en-US" b="1" err="1"/>
              <a:t>iNaturalist</a:t>
            </a:r>
            <a:endParaRPr lang="en-US" err="1"/>
          </a:p>
          <a:p>
            <a:pPr marL="285750" indent="-285750">
              <a:buChar char="•"/>
            </a:pPr>
            <a:r>
              <a:rPr lang="en-US" err="1"/>
              <a:t>Skup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 </a:t>
            </a:r>
            <a:r>
              <a:rPr lang="en-US" err="1"/>
              <a:t>generisan</a:t>
            </a:r>
            <a:r>
              <a:rPr lang="en-US"/>
              <a:t> </a:t>
            </a:r>
            <a:r>
              <a:rPr lang="en-US" err="1"/>
              <a:t>putem</a:t>
            </a:r>
            <a:r>
              <a:rPr lang="en-US"/>
              <a:t> citizen science </a:t>
            </a:r>
            <a:r>
              <a:rPr lang="en-US" err="1"/>
              <a:t>platforme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Prednost</a:t>
            </a:r>
            <a:r>
              <a:rPr lang="en-US"/>
              <a:t>: </a:t>
            </a:r>
            <a:r>
              <a:rPr lang="en-US" err="1"/>
              <a:t>Ogromna</a:t>
            </a:r>
            <a:r>
              <a:rPr lang="en-US"/>
              <a:t> </a:t>
            </a:r>
            <a:r>
              <a:rPr lang="en-US" err="1"/>
              <a:t>količina</a:t>
            </a:r>
            <a:r>
              <a:rPr lang="en-US"/>
              <a:t> </a:t>
            </a:r>
            <a:r>
              <a:rPr lang="en-US" err="1"/>
              <a:t>raznolikih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Ograničenje</a:t>
            </a:r>
            <a:r>
              <a:rPr lang="en-US"/>
              <a:t>: </a:t>
            </a:r>
            <a:r>
              <a:rPr lang="en-US" b="1"/>
              <a:t>Nema bounding box-ova</a:t>
            </a:r>
            <a:r>
              <a:rPr lang="en-US"/>
              <a:t>, starost </a:t>
            </a:r>
            <a:r>
              <a:rPr lang="en-US" err="1"/>
              <a:t>ako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postoji</a:t>
            </a:r>
            <a:r>
              <a:rPr lang="en-US"/>
              <a:t> – </a:t>
            </a:r>
            <a:r>
              <a:rPr lang="en-US" err="1"/>
              <a:t>nestrukturisana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nepouzdana</a:t>
            </a:r>
            <a:r>
              <a:rPr lang="en-US"/>
              <a:t> za </a:t>
            </a:r>
            <a:r>
              <a:rPr lang="en-US" err="1"/>
              <a:t>treniranje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8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>
            <a:spLocks noGrp="1"/>
          </p:cNvSpPr>
          <p:nvPr>
            <p:ph type="title"/>
          </p:nvPr>
        </p:nvSpPr>
        <p:spPr>
          <a:xfrm>
            <a:off x="715100" y="1752114"/>
            <a:ext cx="5459904" cy="2009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err="1"/>
              <a:t>Pregled</a:t>
            </a:r>
            <a:r>
              <a:rPr lang="en"/>
              <a:t> </a:t>
            </a:r>
            <a:r>
              <a:rPr lang="en" err="1"/>
              <a:t>stanja</a:t>
            </a:r>
            <a:r>
              <a:rPr lang="en"/>
              <a:t> u </a:t>
            </a:r>
            <a:r>
              <a:rPr lang="en" err="1"/>
              <a:t>oblasti</a:t>
            </a:r>
            <a:endParaRPr lang="en-US" err="1"/>
          </a:p>
        </p:txBody>
      </p:sp>
      <p:sp>
        <p:nvSpPr>
          <p:cNvPr id="446" name="Google Shape;446;p26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447" name="Google Shape;447;p26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48" name="Google Shape;448;p26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pic>
        <p:nvPicPr>
          <p:cNvPr id="2" name="Picture 1" descr="Artificial intelligence PNG transparent image download, size: 1218x1499px">
            <a:extLst>
              <a:ext uri="{FF2B5EF4-FFF2-40B4-BE49-F238E27FC236}">
                <a16:creationId xmlns:a16="http://schemas.microsoft.com/office/drawing/2014/main" id="{76D35773-95BD-B202-88BA-7E9D1968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85366"/>
            <a:ext cx="2743200" cy="3376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Duboko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učenje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Konvolucione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neuronske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mreže</a:t>
            </a:r>
            <a:r>
              <a:rPr lang="en" sz="2800">
                <a:solidFill>
                  <a:schemeClr val="tx1"/>
                </a:solidFill>
              </a:rPr>
              <a:t> (CNN)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1024B-3691-E006-FCF8-4EAAF16E3CF3}"/>
              </a:ext>
            </a:extLst>
          </p:cNvPr>
          <p:cNvSpPr txBox="1"/>
          <p:nvPr/>
        </p:nvSpPr>
        <p:spPr>
          <a:xfrm>
            <a:off x="483268" y="1380624"/>
            <a:ext cx="354252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>
                <a:latin typeface="Aptos"/>
              </a:rPr>
              <a:t> </a:t>
            </a:r>
            <a:r>
              <a:rPr lang="en-US" b="1" err="1"/>
              <a:t>Šta</a:t>
            </a:r>
            <a:r>
              <a:rPr lang="en-US" b="1"/>
              <a:t> je to?</a:t>
            </a:r>
            <a:r>
              <a:rPr lang="en-US"/>
              <a:t> </a:t>
            </a:r>
            <a:r>
              <a:rPr lang="en-US" err="1"/>
              <a:t>Podgrana</a:t>
            </a:r>
            <a:r>
              <a:rPr lang="en-US"/>
              <a:t> </a:t>
            </a:r>
            <a:r>
              <a:rPr lang="en-US" err="1"/>
              <a:t>vještačke</a:t>
            </a:r>
            <a:r>
              <a:rPr lang="en-US"/>
              <a:t> </a:t>
            </a:r>
            <a:r>
              <a:rPr lang="en-US" err="1"/>
              <a:t>inteligencije</a:t>
            </a:r>
            <a:r>
              <a:rPr lang="en-US"/>
              <a:t> </a:t>
            </a:r>
            <a:r>
              <a:rPr lang="en-US" err="1"/>
              <a:t>koja</a:t>
            </a:r>
            <a:r>
              <a:rPr lang="en-US"/>
              <a:t> </a:t>
            </a:r>
            <a:r>
              <a:rPr lang="en-US" err="1"/>
              <a:t>automatizuje</a:t>
            </a:r>
            <a:r>
              <a:rPr lang="en-US"/>
              <a:t> </a:t>
            </a:r>
            <a:r>
              <a:rPr lang="en-US" err="1"/>
              <a:t>analizu</a:t>
            </a:r>
            <a:r>
              <a:rPr lang="en-US"/>
              <a:t> </a:t>
            </a:r>
            <a:r>
              <a:rPr lang="en-US" err="1"/>
              <a:t>vizuelnih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 err="1"/>
              <a:t>Zašto</a:t>
            </a:r>
            <a:r>
              <a:rPr lang="en-US" b="1"/>
              <a:t> je </a:t>
            </a:r>
            <a:r>
              <a:rPr lang="en-US" b="1" err="1"/>
              <a:t>važno</a:t>
            </a:r>
            <a:r>
              <a:rPr lang="en-US" b="1"/>
              <a:t> za </a:t>
            </a:r>
            <a:r>
              <a:rPr lang="en-US" b="1" err="1"/>
              <a:t>zaštitu</a:t>
            </a:r>
            <a:r>
              <a:rPr lang="en-US" b="1"/>
              <a:t> </a:t>
            </a:r>
            <a:r>
              <a:rPr lang="en-US" b="1" err="1"/>
              <a:t>životinja</a:t>
            </a:r>
            <a:r>
              <a:rPr lang="en-US" b="1"/>
              <a:t>?</a:t>
            </a:r>
            <a:r>
              <a:rPr lang="en-US"/>
              <a:t> </a:t>
            </a:r>
            <a:r>
              <a:rPr lang="en-US" err="1"/>
              <a:t>Omogućava</a:t>
            </a:r>
            <a:r>
              <a:rPr lang="en-US"/>
              <a:t> </a:t>
            </a:r>
            <a:r>
              <a:rPr lang="en-US" err="1"/>
              <a:t>efikasno</a:t>
            </a:r>
            <a:r>
              <a:rPr lang="en-US"/>
              <a:t> </a:t>
            </a:r>
            <a:r>
              <a:rPr lang="en-US" err="1"/>
              <a:t>praćenje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očuvanje</a:t>
            </a:r>
            <a:r>
              <a:rPr lang="en-US"/>
              <a:t> </a:t>
            </a:r>
            <a:r>
              <a:rPr lang="en-US" err="1"/>
              <a:t>analizom</a:t>
            </a:r>
            <a:r>
              <a:rPr lang="en-US"/>
              <a:t> </a:t>
            </a:r>
            <a:r>
              <a:rPr lang="en-US" err="1"/>
              <a:t>ogromnih</a:t>
            </a:r>
            <a:r>
              <a:rPr lang="en-US"/>
              <a:t> </a:t>
            </a:r>
            <a:r>
              <a:rPr lang="en-US" err="1"/>
              <a:t>količina</a:t>
            </a:r>
            <a:r>
              <a:rPr lang="en-US"/>
              <a:t> </a:t>
            </a:r>
            <a:r>
              <a:rPr lang="en-US" err="1"/>
              <a:t>slika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/>
              <a:t>Kako </a:t>
            </a:r>
            <a:r>
              <a:rPr lang="en-US" b="1" err="1"/>
              <a:t>funkcionišu</a:t>
            </a:r>
            <a:r>
              <a:rPr lang="en-US" b="1"/>
              <a:t> CNN-</a:t>
            </a:r>
            <a:r>
              <a:rPr lang="en-US" b="1" err="1"/>
              <a:t>ovi</a:t>
            </a:r>
            <a:r>
              <a:rPr lang="en-US" b="1"/>
              <a:t>?</a:t>
            </a:r>
            <a:r>
              <a:rPr lang="en-US"/>
              <a:t> </a:t>
            </a:r>
            <a:r>
              <a:rPr lang="en-US" err="1"/>
              <a:t>Automatski</a:t>
            </a:r>
            <a:r>
              <a:rPr lang="en-US"/>
              <a:t> </a:t>
            </a:r>
            <a:r>
              <a:rPr lang="en-US" err="1"/>
              <a:t>uče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ekstrahuju</a:t>
            </a:r>
            <a:r>
              <a:rPr lang="en-US"/>
              <a:t> </a:t>
            </a:r>
            <a:r>
              <a:rPr lang="en-US" err="1"/>
              <a:t>hijerarhijske</a:t>
            </a:r>
            <a:r>
              <a:rPr lang="en-US"/>
              <a:t> </a:t>
            </a:r>
            <a:r>
              <a:rPr lang="en-US" err="1"/>
              <a:t>karakteristike</a:t>
            </a:r>
            <a:r>
              <a:rPr lang="en-US"/>
              <a:t> </a:t>
            </a:r>
            <a:r>
              <a:rPr lang="en-US" err="1"/>
              <a:t>iz</a:t>
            </a:r>
            <a:r>
              <a:rPr lang="en-US"/>
              <a:t> </a:t>
            </a:r>
            <a:r>
              <a:rPr lang="en-US" err="1"/>
              <a:t>slika</a:t>
            </a:r>
            <a:r>
              <a:rPr lang="en-US"/>
              <a:t> – od </a:t>
            </a:r>
            <a:r>
              <a:rPr lang="en-US" err="1"/>
              <a:t>jednostavnih</a:t>
            </a:r>
            <a:r>
              <a:rPr lang="en-US"/>
              <a:t> </a:t>
            </a:r>
            <a:r>
              <a:rPr lang="en-US" err="1"/>
              <a:t>ivica</a:t>
            </a:r>
            <a:r>
              <a:rPr lang="en-US"/>
              <a:t> do </a:t>
            </a:r>
            <a:r>
              <a:rPr lang="en-US" err="1"/>
              <a:t>složenih</a:t>
            </a:r>
            <a:r>
              <a:rPr lang="en-US"/>
              <a:t> </a:t>
            </a:r>
            <a:r>
              <a:rPr lang="en-US" err="1"/>
              <a:t>objekata</a:t>
            </a:r>
            <a:r>
              <a:rPr lang="en-US"/>
              <a:t>. To </a:t>
            </a:r>
            <a:r>
              <a:rPr lang="en-US" err="1"/>
              <a:t>znači</a:t>
            </a:r>
            <a:r>
              <a:rPr lang="en-US"/>
              <a:t> da </a:t>
            </a:r>
            <a:r>
              <a:rPr lang="en-US" err="1"/>
              <a:t>sami</a:t>
            </a:r>
            <a:r>
              <a:rPr lang="en-US"/>
              <a:t> "</a:t>
            </a:r>
            <a:r>
              <a:rPr lang="en-US" err="1"/>
              <a:t>razumiju</a:t>
            </a:r>
            <a:r>
              <a:rPr lang="en-US"/>
              <a:t>" </a:t>
            </a:r>
            <a:r>
              <a:rPr lang="en-US" err="1"/>
              <a:t>sliku</a:t>
            </a:r>
            <a:r>
              <a:rPr lang="en-US"/>
              <a:t> bez </a:t>
            </a:r>
            <a:r>
              <a:rPr lang="en-US" err="1"/>
              <a:t>ručnog</a:t>
            </a:r>
            <a:r>
              <a:rPr lang="en-US"/>
              <a:t> </a:t>
            </a:r>
            <a:r>
              <a:rPr lang="en-US" err="1"/>
              <a:t>unosa</a:t>
            </a:r>
            <a:r>
              <a:rPr lang="en-US"/>
              <a:t>.</a:t>
            </a:r>
          </a:p>
          <a:p>
            <a:endParaRPr lang="en-US">
              <a:latin typeface="Aptos"/>
            </a:endParaRPr>
          </a:p>
        </p:txBody>
      </p:sp>
      <p:pic>
        <p:nvPicPr>
          <p:cNvPr id="4" name="Picture 3" descr="Understanding and Implementing Faster R-CNN | by Rishabh Singh | Medium">
            <a:extLst>
              <a:ext uri="{FF2B5EF4-FFF2-40B4-BE49-F238E27FC236}">
                <a16:creationId xmlns:a16="http://schemas.microsoft.com/office/drawing/2014/main" id="{B2B0B7C6-29C7-7E92-88F9-91CF1C08D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210" y="957423"/>
            <a:ext cx="4536908" cy="3639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78940025-4A86-ED0D-6A8C-BF30A14E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1BF80271-5934-C069-7C64-72B96607A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Tehnike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prepoznavanja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objekata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procjena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starosti</a:t>
            </a:r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2" name="Picture 1" descr="Generated image">
            <a:extLst>
              <a:ext uri="{FF2B5EF4-FFF2-40B4-BE49-F238E27FC236}">
                <a16:creationId xmlns:a16="http://schemas.microsoft.com/office/drawing/2014/main" id="{2C83641E-A98C-DE95-D3DA-6FF86D9CD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58" y="1285875"/>
            <a:ext cx="3355754" cy="3592286"/>
          </a:xfrm>
          <a:prstGeom prst="rect">
            <a:avLst/>
          </a:prstGeom>
        </p:spPr>
      </p:pic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99CBA74D-838D-95F9-84EC-3FE7FC97D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622" y="1265464"/>
            <a:ext cx="3617799" cy="361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15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232522B0-8D89-C864-B4F1-45620D75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D875EC6F-F248-D06A-E9A7-45E4B6CB6F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Izazovi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primjene</a:t>
            </a:r>
            <a:r>
              <a:rPr lang="en" sz="2800">
                <a:solidFill>
                  <a:schemeClr val="tx1"/>
                </a:solidFill>
              </a:rPr>
              <a:t> u </a:t>
            </a:r>
            <a:r>
              <a:rPr lang="en" sz="2800" err="1">
                <a:solidFill>
                  <a:schemeClr val="tx1"/>
                </a:solidFill>
              </a:rPr>
              <a:t>divljini</a:t>
            </a:r>
            <a:endParaRPr lang="en-US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4CBC9-C329-4B47-7101-110209E84929}"/>
              </a:ext>
            </a:extLst>
          </p:cNvPr>
          <p:cNvSpPr txBox="1"/>
          <p:nvPr/>
        </p:nvSpPr>
        <p:spPr>
          <a:xfrm>
            <a:off x="483268" y="959519"/>
            <a:ext cx="8012476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>
              <a:buChar char="•"/>
            </a:pPr>
            <a:r>
              <a:rPr lang="en-US" sz="1600" b="1" err="1"/>
              <a:t>Pozadinski</a:t>
            </a:r>
            <a:r>
              <a:rPr lang="en-US" sz="1600" b="1"/>
              <a:t> </a:t>
            </a:r>
            <a:r>
              <a:rPr lang="en-US" sz="1600" b="1" err="1"/>
              <a:t>šum</a:t>
            </a:r>
            <a:r>
              <a:rPr lang="en-US" sz="1600" b="1"/>
              <a:t> </a:t>
            </a:r>
            <a:r>
              <a:rPr lang="en-US" sz="1600" b="1" err="1"/>
              <a:t>i</a:t>
            </a:r>
            <a:r>
              <a:rPr lang="en-US" sz="1600" b="1"/>
              <a:t> </a:t>
            </a:r>
            <a:r>
              <a:rPr lang="en-US" sz="1600" b="1" err="1"/>
              <a:t>heterogenost</a:t>
            </a:r>
            <a:r>
              <a:rPr lang="en-US" sz="1600" b="1"/>
              <a:t> </a:t>
            </a:r>
            <a:r>
              <a:rPr lang="en-US" sz="1600" b="1" err="1"/>
              <a:t>podataka</a:t>
            </a:r>
            <a:r>
              <a:rPr lang="en-US" sz="1600"/>
              <a:t>: Puno </a:t>
            </a:r>
            <a:r>
              <a:rPr lang="en-US" sz="1600" err="1"/>
              <a:t>smetnji</a:t>
            </a:r>
            <a:r>
              <a:rPr lang="en-US" sz="1600"/>
              <a:t> u </a:t>
            </a:r>
            <a:r>
              <a:rPr lang="en-US" sz="1600" err="1"/>
              <a:t>pozadini</a:t>
            </a:r>
            <a:r>
              <a:rPr lang="en-US" sz="1600"/>
              <a:t> (</a:t>
            </a:r>
            <a:r>
              <a:rPr lang="en-US" sz="1600" err="1"/>
              <a:t>teren</a:t>
            </a:r>
            <a:r>
              <a:rPr lang="en-US" sz="1600"/>
              <a:t>, </a:t>
            </a:r>
            <a:r>
              <a:rPr lang="en-US" sz="1600" err="1"/>
              <a:t>vegetacija</a:t>
            </a:r>
            <a:r>
              <a:rPr lang="en-US" sz="1600"/>
              <a:t>) </a:t>
            </a:r>
            <a:r>
              <a:rPr lang="en-US" sz="1600" err="1"/>
              <a:t>i</a:t>
            </a:r>
            <a:r>
              <a:rPr lang="en-US" sz="1600"/>
              <a:t> </a:t>
            </a:r>
            <a:r>
              <a:rPr lang="en-US" sz="1600" err="1"/>
              <a:t>raznolikost</a:t>
            </a:r>
            <a:r>
              <a:rPr lang="en-US" sz="1600"/>
              <a:t> </a:t>
            </a:r>
            <a:r>
              <a:rPr lang="en-US" sz="1600" err="1"/>
              <a:t>podataka</a:t>
            </a:r>
            <a:r>
              <a:rPr lang="en-US" sz="1600"/>
              <a:t> </a:t>
            </a:r>
            <a:r>
              <a:rPr lang="en-US" sz="1600" err="1"/>
              <a:t>otežavaju</a:t>
            </a:r>
            <a:r>
              <a:rPr lang="en-US" sz="1600"/>
              <a:t> </a:t>
            </a:r>
            <a:r>
              <a:rPr lang="en-US" sz="1600" err="1"/>
              <a:t>prepoznavanje</a:t>
            </a:r>
            <a:r>
              <a:rPr lang="en-US" sz="1600"/>
              <a:t> </a:t>
            </a:r>
            <a:r>
              <a:rPr lang="en-US" sz="1600" err="1"/>
              <a:t>životinja</a:t>
            </a:r>
            <a:r>
              <a:rPr lang="en-US" sz="1600"/>
              <a:t>.</a:t>
            </a:r>
          </a:p>
          <a:p>
            <a:endParaRPr lang="en-US" sz="1600"/>
          </a:p>
          <a:p>
            <a:pPr>
              <a:buChar char="•"/>
            </a:pPr>
            <a:r>
              <a:rPr lang="en-US" sz="1600" b="1"/>
              <a:t>"</a:t>
            </a:r>
            <a:r>
              <a:rPr lang="en-US" sz="1600" b="1" err="1"/>
              <a:t>Otvoreno</a:t>
            </a:r>
            <a:r>
              <a:rPr lang="en-US" sz="1600" b="1"/>
              <a:t> </a:t>
            </a:r>
            <a:r>
              <a:rPr lang="en-US" sz="1600" b="1" err="1"/>
              <a:t>okruženje</a:t>
            </a:r>
            <a:r>
              <a:rPr lang="en-US" sz="1600" b="1"/>
              <a:t>" </a:t>
            </a:r>
            <a:r>
              <a:rPr lang="en-US" sz="1600" b="1" err="1"/>
              <a:t>i</a:t>
            </a:r>
            <a:r>
              <a:rPr lang="en-US" sz="1600" b="1"/>
              <a:t> "Domain Shift"</a:t>
            </a:r>
            <a:r>
              <a:rPr lang="en-US" sz="1600"/>
              <a:t>: </a:t>
            </a:r>
            <a:r>
              <a:rPr lang="en-US" sz="1600" err="1"/>
              <a:t>Modeli</a:t>
            </a:r>
            <a:r>
              <a:rPr lang="en-US" sz="1600"/>
              <a:t> se </a:t>
            </a:r>
            <a:r>
              <a:rPr lang="en-US" sz="1600" err="1"/>
              <a:t>moraju</a:t>
            </a:r>
            <a:r>
              <a:rPr lang="en-US" sz="1600"/>
              <a:t> </a:t>
            </a:r>
            <a:r>
              <a:rPr lang="en-US" sz="1600" err="1"/>
              <a:t>nositi</a:t>
            </a:r>
            <a:r>
              <a:rPr lang="en-US" sz="1600"/>
              <a:t> s </a:t>
            </a:r>
            <a:r>
              <a:rPr lang="en-US" sz="1600" err="1"/>
              <a:t>nepredviđenim</a:t>
            </a:r>
            <a:r>
              <a:rPr lang="en-US" sz="1600"/>
              <a:t> </a:t>
            </a:r>
            <a:r>
              <a:rPr lang="en-US" sz="1600" err="1"/>
              <a:t>varijacijama</a:t>
            </a:r>
            <a:r>
              <a:rPr lang="en-US" sz="1600"/>
              <a:t>, </a:t>
            </a:r>
            <a:r>
              <a:rPr lang="en-US" sz="1600" err="1"/>
              <a:t>pojavom</a:t>
            </a:r>
            <a:r>
              <a:rPr lang="en-US" sz="1600"/>
              <a:t> </a:t>
            </a:r>
            <a:r>
              <a:rPr lang="en-US" sz="1600" err="1"/>
              <a:t>nepoznatih</a:t>
            </a:r>
            <a:r>
              <a:rPr lang="en-US" sz="1600"/>
              <a:t> </a:t>
            </a:r>
            <a:r>
              <a:rPr lang="en-US" sz="1600" err="1"/>
              <a:t>objekata</a:t>
            </a:r>
            <a:r>
              <a:rPr lang="en-US" sz="1600"/>
              <a:t> </a:t>
            </a:r>
            <a:r>
              <a:rPr lang="en-US" sz="1600" err="1"/>
              <a:t>i</a:t>
            </a:r>
            <a:r>
              <a:rPr lang="en-US" sz="1600"/>
              <a:t> </a:t>
            </a:r>
            <a:r>
              <a:rPr lang="en-US" sz="1600" err="1"/>
              <a:t>promjenama</a:t>
            </a:r>
            <a:r>
              <a:rPr lang="en-US" sz="1600"/>
              <a:t> u </a:t>
            </a:r>
            <a:r>
              <a:rPr lang="en-US" sz="1600" err="1"/>
              <a:t>uslovima</a:t>
            </a:r>
            <a:r>
              <a:rPr lang="en-US" sz="1600"/>
              <a:t> </a:t>
            </a:r>
            <a:r>
              <a:rPr lang="en-US" sz="1600" err="1"/>
              <a:t>snimanja</a:t>
            </a:r>
            <a:r>
              <a:rPr lang="en-US" sz="1600"/>
              <a:t> (</a:t>
            </a:r>
            <a:r>
              <a:rPr lang="en-US" sz="1600" err="1"/>
              <a:t>npr</a:t>
            </a:r>
            <a:r>
              <a:rPr lang="en-US" sz="1600"/>
              <a:t>. </a:t>
            </a:r>
            <a:r>
              <a:rPr lang="en-US" sz="1600" err="1"/>
              <a:t>osvjetljenje</a:t>
            </a:r>
            <a:r>
              <a:rPr lang="en-US" sz="1600"/>
              <a:t>, </a:t>
            </a:r>
            <a:r>
              <a:rPr lang="en-US" sz="1600" err="1"/>
              <a:t>vrijeme</a:t>
            </a:r>
            <a:r>
              <a:rPr lang="en-US" sz="1600"/>
              <a:t>).</a:t>
            </a:r>
          </a:p>
          <a:p>
            <a:pPr>
              <a:buChar char="•"/>
            </a:pPr>
            <a:endParaRPr lang="en-US" sz="1600"/>
          </a:p>
          <a:p>
            <a:pPr>
              <a:buChar char="•"/>
            </a:pPr>
            <a:r>
              <a:rPr lang="en-US" sz="1600" b="1" err="1"/>
              <a:t>Neuravnoteženost</a:t>
            </a:r>
            <a:r>
              <a:rPr lang="en-US" sz="1600" b="1"/>
              <a:t> </a:t>
            </a:r>
            <a:r>
              <a:rPr lang="en-US" sz="1600" b="1" err="1"/>
              <a:t>klasa</a:t>
            </a:r>
            <a:r>
              <a:rPr lang="en-US" sz="1600"/>
              <a:t>: Mali </a:t>
            </a:r>
            <a:r>
              <a:rPr lang="en-US" sz="1600" err="1"/>
              <a:t>broj</a:t>
            </a:r>
            <a:r>
              <a:rPr lang="en-US" sz="1600"/>
              <a:t> </a:t>
            </a:r>
            <a:r>
              <a:rPr lang="en-US" sz="1600" err="1"/>
              <a:t>slika</a:t>
            </a:r>
            <a:r>
              <a:rPr lang="en-US" sz="1600"/>
              <a:t> </a:t>
            </a:r>
            <a:r>
              <a:rPr lang="en-US" sz="1600" err="1"/>
              <a:t>rijetkih</a:t>
            </a:r>
            <a:r>
              <a:rPr lang="en-US" sz="1600"/>
              <a:t> </a:t>
            </a:r>
            <a:r>
              <a:rPr lang="en-US" sz="1600" err="1"/>
              <a:t>vrsta</a:t>
            </a:r>
            <a:r>
              <a:rPr lang="en-US" sz="1600"/>
              <a:t> </a:t>
            </a:r>
            <a:r>
              <a:rPr lang="en-US" sz="1600" err="1"/>
              <a:t>ili</a:t>
            </a:r>
            <a:r>
              <a:rPr lang="en-US" sz="1600"/>
              <a:t> </a:t>
            </a:r>
            <a:r>
              <a:rPr lang="en-US" sz="1600" err="1"/>
              <a:t>specifičnih</a:t>
            </a:r>
            <a:r>
              <a:rPr lang="en-US" sz="1600"/>
              <a:t> </a:t>
            </a:r>
            <a:r>
              <a:rPr lang="en-US" sz="1600" err="1"/>
              <a:t>starosnih</a:t>
            </a:r>
            <a:r>
              <a:rPr lang="en-US" sz="1600"/>
              <a:t> </a:t>
            </a:r>
            <a:r>
              <a:rPr lang="en-US" sz="1600" err="1"/>
              <a:t>grupa</a:t>
            </a:r>
            <a:r>
              <a:rPr lang="en-US" sz="1600"/>
              <a:t> u </a:t>
            </a:r>
            <a:r>
              <a:rPr lang="en-US" sz="1600" err="1"/>
              <a:t>odnosu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uobičajene</a:t>
            </a:r>
            <a:r>
              <a:rPr lang="en-US" sz="1600"/>
              <a:t> </a:t>
            </a:r>
            <a:r>
              <a:rPr lang="en-US" sz="1600" err="1"/>
              <a:t>pozadine</a:t>
            </a:r>
            <a:r>
              <a:rPr lang="en-US" sz="1600"/>
              <a:t> </a:t>
            </a:r>
            <a:r>
              <a:rPr lang="en-US" sz="1600" err="1"/>
              <a:t>ili</a:t>
            </a:r>
            <a:r>
              <a:rPr lang="en-US" sz="1600"/>
              <a:t> </a:t>
            </a:r>
            <a:r>
              <a:rPr lang="en-US" sz="1600" err="1"/>
              <a:t>česte</a:t>
            </a:r>
            <a:r>
              <a:rPr lang="en-US" sz="1600"/>
              <a:t> </a:t>
            </a:r>
            <a:r>
              <a:rPr lang="en-US" sz="1600" err="1"/>
              <a:t>vrste</a:t>
            </a:r>
            <a:r>
              <a:rPr lang="en-US" sz="1600"/>
              <a:t>.</a:t>
            </a:r>
          </a:p>
          <a:p>
            <a:pPr>
              <a:buChar char="•"/>
            </a:pPr>
            <a:endParaRPr lang="en-US" sz="1600"/>
          </a:p>
          <a:p>
            <a:pPr>
              <a:buChar char="•"/>
            </a:pPr>
            <a:r>
              <a:rPr lang="en-US" sz="1600" b="1" err="1"/>
              <a:t>Teška</a:t>
            </a:r>
            <a:r>
              <a:rPr lang="en-US" sz="1600" b="1"/>
              <a:t> </a:t>
            </a:r>
            <a:r>
              <a:rPr lang="en-US" sz="1600" b="1" err="1"/>
              <a:t>detekcija</a:t>
            </a:r>
            <a:r>
              <a:rPr lang="en-US" sz="1600"/>
              <a:t>: </a:t>
            </a:r>
            <a:r>
              <a:rPr lang="en-US" sz="1600" err="1"/>
              <a:t>Životinje</a:t>
            </a:r>
            <a:r>
              <a:rPr lang="en-US" sz="1600"/>
              <a:t> </a:t>
            </a:r>
            <a:r>
              <a:rPr lang="en-US" sz="1600" err="1"/>
              <a:t>mogu</a:t>
            </a:r>
            <a:r>
              <a:rPr lang="en-US" sz="1600"/>
              <a:t> </a:t>
            </a:r>
            <a:r>
              <a:rPr lang="en-US" sz="1600" err="1"/>
              <a:t>biti</a:t>
            </a:r>
            <a:r>
              <a:rPr lang="en-US" sz="1600"/>
              <a:t> male, </a:t>
            </a:r>
            <a:r>
              <a:rPr lang="en-US" sz="1600" err="1"/>
              <a:t>djelimično</a:t>
            </a:r>
            <a:r>
              <a:rPr lang="en-US" sz="1600"/>
              <a:t> </a:t>
            </a:r>
            <a:r>
              <a:rPr lang="en-US" sz="1600" err="1"/>
              <a:t>zaklonjene</a:t>
            </a:r>
            <a:r>
              <a:rPr lang="en-US" sz="1600"/>
              <a:t> </a:t>
            </a:r>
            <a:r>
              <a:rPr lang="en-US" sz="1600" err="1"/>
              <a:t>ili</a:t>
            </a:r>
            <a:r>
              <a:rPr lang="en-US" sz="1600"/>
              <a:t> se </a:t>
            </a:r>
            <a:r>
              <a:rPr lang="en-US" sz="1600" err="1"/>
              <a:t>stapati</a:t>
            </a:r>
            <a:r>
              <a:rPr lang="en-US" sz="1600"/>
              <a:t> s </a:t>
            </a:r>
            <a:r>
              <a:rPr lang="en-US" sz="1600" err="1"/>
              <a:t>okolinom</a:t>
            </a:r>
            <a:r>
              <a:rPr lang="en-US" sz="1600"/>
              <a:t>.</a:t>
            </a:r>
          </a:p>
          <a:p>
            <a:pPr>
              <a:buChar char="•"/>
            </a:pPr>
            <a:endParaRPr lang="en-US" sz="1600"/>
          </a:p>
          <a:p>
            <a:pPr>
              <a:buChar char="•"/>
            </a:pPr>
            <a:r>
              <a:rPr lang="en-US" sz="1600" b="1" err="1"/>
              <a:t>Poteškoće</a:t>
            </a:r>
            <a:r>
              <a:rPr lang="en-US" sz="1600" b="1"/>
              <a:t> u </a:t>
            </a:r>
            <a:r>
              <a:rPr lang="en-US" sz="1600" b="1" err="1"/>
              <a:t>prikupljanju</a:t>
            </a:r>
            <a:r>
              <a:rPr lang="en-US" sz="1600" b="1"/>
              <a:t> </a:t>
            </a:r>
            <a:r>
              <a:rPr lang="en-US" sz="1600" b="1" err="1"/>
              <a:t>podataka</a:t>
            </a:r>
            <a:r>
              <a:rPr lang="en-US" sz="1600" b="1"/>
              <a:t> za </a:t>
            </a:r>
            <a:r>
              <a:rPr lang="en-US" sz="1600" b="1" err="1"/>
              <a:t>procjenu</a:t>
            </a:r>
            <a:r>
              <a:rPr lang="en-US" sz="1600" b="1"/>
              <a:t> </a:t>
            </a:r>
            <a:r>
              <a:rPr lang="en-US" sz="1600" b="1" err="1"/>
              <a:t>starosti</a:t>
            </a:r>
            <a:r>
              <a:rPr lang="en-US" sz="1600"/>
              <a:t>: </a:t>
            </a:r>
            <a:r>
              <a:rPr lang="en-US" sz="1600" err="1"/>
              <a:t>Iako</a:t>
            </a:r>
            <a:r>
              <a:rPr lang="en-US" sz="1600"/>
              <a:t> </a:t>
            </a:r>
            <a:r>
              <a:rPr lang="en-US" sz="1600" err="1"/>
              <a:t>moguće</a:t>
            </a:r>
            <a:r>
              <a:rPr lang="en-US" sz="1600"/>
              <a:t>, </a:t>
            </a:r>
            <a:r>
              <a:rPr lang="en-US" sz="1600" err="1"/>
              <a:t>snimanje</a:t>
            </a:r>
            <a:r>
              <a:rPr lang="en-US" sz="1600"/>
              <a:t> </a:t>
            </a:r>
            <a:r>
              <a:rPr lang="en-US" sz="1600" err="1"/>
              <a:t>idealnih</a:t>
            </a:r>
            <a:r>
              <a:rPr lang="en-US" sz="1600"/>
              <a:t> </a:t>
            </a:r>
            <a:r>
              <a:rPr lang="en-US" sz="1600" err="1"/>
              <a:t>slika</a:t>
            </a:r>
            <a:r>
              <a:rPr lang="en-US" sz="1600"/>
              <a:t> </a:t>
            </a:r>
            <a:r>
              <a:rPr lang="en-US" sz="1600" err="1"/>
              <a:t>lica</a:t>
            </a:r>
            <a:r>
              <a:rPr lang="en-US" sz="1600"/>
              <a:t> </a:t>
            </a:r>
            <a:r>
              <a:rPr lang="en-US" sz="1600" err="1"/>
              <a:t>ili</a:t>
            </a:r>
            <a:r>
              <a:rPr lang="en-US" sz="1600"/>
              <a:t> </a:t>
            </a:r>
            <a:r>
              <a:rPr lang="en-US" sz="1600" err="1"/>
              <a:t>drugih</a:t>
            </a:r>
            <a:r>
              <a:rPr lang="en-US" sz="1600"/>
              <a:t> </a:t>
            </a:r>
            <a:r>
              <a:rPr lang="en-US" sz="1600" err="1"/>
              <a:t>karakteristika</a:t>
            </a:r>
            <a:r>
              <a:rPr lang="en-US" sz="1600"/>
              <a:t> u </a:t>
            </a:r>
            <a:r>
              <a:rPr lang="en-US" sz="1600" err="1"/>
              <a:t>divljini</a:t>
            </a:r>
            <a:r>
              <a:rPr lang="en-US" sz="1600"/>
              <a:t> je </a:t>
            </a:r>
            <a:r>
              <a:rPr lang="en-US" sz="1600" err="1"/>
              <a:t>izuzetno</a:t>
            </a:r>
            <a:r>
              <a:rPr lang="en-US" sz="1600"/>
              <a:t> </a:t>
            </a:r>
            <a:r>
              <a:rPr lang="en-US" sz="1600" err="1"/>
              <a:t>teško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7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6F5E7533-DF46-56A6-F553-5A0371D7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7E35F172-CC07-DF89-8026-42082D740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697" y="1745708"/>
            <a:ext cx="5437044" cy="1991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3200" err="1"/>
              <a:t>Izbor</a:t>
            </a:r>
            <a:r>
              <a:rPr lang="en-US" sz="3200"/>
              <a:t>, </a:t>
            </a:r>
            <a:r>
              <a:rPr lang="en-US" sz="3200" err="1"/>
              <a:t>analiza</a:t>
            </a:r>
            <a:r>
              <a:rPr lang="en-US" sz="3200"/>
              <a:t> </a:t>
            </a:r>
            <a:r>
              <a:rPr lang="en-US" sz="3200" err="1"/>
              <a:t>i</a:t>
            </a:r>
            <a:r>
              <a:rPr lang="en-US" sz="3200"/>
              <a:t> </a:t>
            </a:r>
            <a:r>
              <a:rPr lang="en-US" sz="3200" err="1"/>
              <a:t>pretprocesiranje</a:t>
            </a:r>
            <a:r>
              <a:rPr lang="en-US" sz="3200"/>
              <a:t> dataset-a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B1AE302B-B1E5-1AC0-CA8A-DCB97D2A4F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28232" y="674418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A09E3BF7-E7AB-20E1-7B28-D1429270CA29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4" name="Google Shape;204;p23">
            <a:extLst>
              <a:ext uri="{FF2B5EF4-FFF2-40B4-BE49-F238E27FC236}">
                <a16:creationId xmlns:a16="http://schemas.microsoft.com/office/drawing/2014/main" id="{95ED949A-3125-A6EF-67E6-546A1A3415A3}"/>
              </a:ext>
            </a:extLst>
          </p:cNvPr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pic>
        <p:nvPicPr>
          <p:cNvPr id="2" name="Picture 1" descr="Artificial intelligence PNG image transparent image download, size:  360x360px">
            <a:extLst>
              <a:ext uri="{FF2B5EF4-FFF2-40B4-BE49-F238E27FC236}">
                <a16:creationId xmlns:a16="http://schemas.microsoft.com/office/drawing/2014/main" id="{800F5AD5-2357-759D-4B4C-12C277F3A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66979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7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D46F0516-8E4B-D0FB-5561-DE5F67AC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C7F23198-2F5B-1C6A-8943-44C64E120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Izbor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opis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skupa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podataka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ABFFB-466E-281B-1172-869192ED9089}"/>
              </a:ext>
            </a:extLst>
          </p:cNvPr>
          <p:cNvSpPr txBox="1"/>
          <p:nvPr/>
        </p:nvSpPr>
        <p:spPr>
          <a:xfrm>
            <a:off x="410116" y="960000"/>
            <a:ext cx="694886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Korišten</a:t>
            </a:r>
            <a:r>
              <a:rPr lang="en-US"/>
              <a:t> </a:t>
            </a:r>
            <a:r>
              <a:rPr lang="en-US" err="1"/>
              <a:t>interni</a:t>
            </a:r>
            <a:r>
              <a:rPr lang="en-US"/>
              <a:t> dataset ETF Sarajevo, </a:t>
            </a:r>
            <a:r>
              <a:rPr lang="en-US" err="1"/>
              <a:t>specifično</a:t>
            </a:r>
            <a:r>
              <a:rPr lang="en-US"/>
              <a:t> </a:t>
            </a:r>
            <a:r>
              <a:rPr lang="en-US" err="1"/>
              <a:t>kreiran</a:t>
            </a:r>
            <a:r>
              <a:rPr lang="en-US"/>
              <a:t> za </a:t>
            </a:r>
            <a:r>
              <a:rPr lang="en-US" err="1"/>
              <a:t>ovaj</a:t>
            </a:r>
            <a:r>
              <a:rPr lang="en-US"/>
              <a:t> </a:t>
            </a:r>
            <a:r>
              <a:rPr lang="en-US" err="1"/>
              <a:t>projekat</a:t>
            </a:r>
            <a:endParaRPr lang="en-US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Fokus: </a:t>
            </a:r>
            <a:r>
              <a:rPr lang="en-US" b="1" err="1"/>
              <a:t>detekcija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starosna</a:t>
            </a:r>
            <a:r>
              <a:rPr lang="en-US" b="1"/>
              <a:t> </a:t>
            </a:r>
            <a:r>
              <a:rPr lang="en-US" b="1" err="1"/>
              <a:t>klasifikacija</a:t>
            </a:r>
            <a:r>
              <a:rPr lang="en-US" b="1"/>
              <a:t> </a:t>
            </a:r>
            <a:r>
              <a:rPr lang="en-US" b="1" err="1"/>
              <a:t>medvjeda</a:t>
            </a:r>
            <a:endParaRPr lang="en-US" b="1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Slike </a:t>
            </a:r>
            <a:r>
              <a:rPr lang="en-US" err="1"/>
              <a:t>dobijene</a:t>
            </a:r>
            <a:r>
              <a:rPr lang="en-US"/>
              <a:t> </a:t>
            </a:r>
            <a:r>
              <a:rPr lang="en-US" err="1"/>
              <a:t>ekstrakcijom</a:t>
            </a:r>
            <a:r>
              <a:rPr lang="en-US"/>
              <a:t> </a:t>
            </a:r>
            <a:r>
              <a:rPr lang="en-US" err="1"/>
              <a:t>frejmova</a:t>
            </a:r>
            <a:r>
              <a:rPr lang="en-US"/>
              <a:t> </a:t>
            </a:r>
            <a:r>
              <a:rPr lang="en-US" err="1"/>
              <a:t>iz</a:t>
            </a:r>
            <a:r>
              <a:rPr lang="en-US"/>
              <a:t> video </a:t>
            </a:r>
            <a:r>
              <a:rPr lang="en-US" err="1"/>
              <a:t>zapisa</a:t>
            </a:r>
            <a:endParaRPr lang="en-US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Anotacije</a:t>
            </a:r>
            <a:r>
              <a:rPr lang="en-US"/>
              <a:t> </a:t>
            </a:r>
            <a:r>
              <a:rPr lang="en-US" err="1"/>
              <a:t>izrađene</a:t>
            </a:r>
            <a:r>
              <a:rPr lang="en-US"/>
              <a:t> </a:t>
            </a:r>
            <a:r>
              <a:rPr lang="en-US" err="1"/>
              <a:t>alatom</a:t>
            </a:r>
            <a:r>
              <a:rPr lang="en-US"/>
              <a:t> </a:t>
            </a:r>
            <a:r>
              <a:rPr lang="en-US" b="1" err="1"/>
              <a:t>LabelImg</a:t>
            </a:r>
            <a:r>
              <a:rPr lang="en-US"/>
              <a:t>, format </a:t>
            </a:r>
            <a:r>
              <a:rPr lang="en-US" err="1"/>
              <a:t>prilagođen</a:t>
            </a:r>
            <a:r>
              <a:rPr lang="en-US"/>
              <a:t> YOLO </a:t>
            </a:r>
            <a:r>
              <a:rPr lang="en-US" err="1"/>
              <a:t>modelu</a:t>
            </a:r>
            <a:endParaRPr lang="en-US"/>
          </a:p>
          <a:p>
            <a:pPr marL="285750" indent="-285750">
              <a:buChar char="•"/>
            </a:pPr>
            <a:endParaRPr lang="en-US"/>
          </a:p>
        </p:txBody>
      </p:sp>
      <p:pic>
        <p:nvPicPr>
          <p:cNvPr id="2" name="Picture 1" descr="Picture">
            <a:extLst>
              <a:ext uri="{FF2B5EF4-FFF2-40B4-BE49-F238E27FC236}">
                <a16:creationId xmlns:a16="http://schemas.microsoft.com/office/drawing/2014/main" id="{91FA04B0-496D-74E9-F910-168A94DFA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" y="2823210"/>
            <a:ext cx="3485388" cy="1961388"/>
          </a:xfrm>
          <a:prstGeom prst="rect">
            <a:avLst/>
          </a:prstGeom>
        </p:spPr>
      </p:pic>
      <p:pic>
        <p:nvPicPr>
          <p:cNvPr id="4" name="Picture 3" descr="Picture">
            <a:extLst>
              <a:ext uri="{FF2B5EF4-FFF2-40B4-BE49-F238E27FC236}">
                <a16:creationId xmlns:a16="http://schemas.microsoft.com/office/drawing/2014/main" id="{F4B8886E-E89E-EA85-0E66-E32C527A2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2738628"/>
            <a:ext cx="3950208" cy="218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4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8D430154-BF5C-0D2D-73D4-CB5A11CE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92F7DE73-C8B5-E7A2-74E5-156C8399D3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Struktura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statistika</a:t>
            </a:r>
            <a:r>
              <a:rPr lang="en" sz="2800">
                <a:solidFill>
                  <a:schemeClr val="tx1"/>
                </a:solidFill>
              </a:rPr>
              <a:t> dataset-a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E5A26-7ED5-230E-A1DD-63CB3EB8CC55}"/>
              </a:ext>
            </a:extLst>
          </p:cNvPr>
          <p:cNvSpPr txBox="1"/>
          <p:nvPr/>
        </p:nvSpPr>
        <p:spPr>
          <a:xfrm>
            <a:off x="483268" y="758832"/>
            <a:ext cx="694886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Format: </a:t>
            </a:r>
            <a:r>
              <a:rPr lang="en-US">
                <a:latin typeface="Consolas"/>
              </a:rPr>
              <a:t>.jpg</a:t>
            </a:r>
            <a:r>
              <a:rPr lang="en-US"/>
              <a:t> </a:t>
            </a:r>
            <a:r>
              <a:rPr lang="en-US" err="1"/>
              <a:t>slike</a:t>
            </a:r>
            <a:r>
              <a:rPr lang="en-US"/>
              <a:t> + </a:t>
            </a:r>
            <a:r>
              <a:rPr lang="en-US">
                <a:latin typeface="Consolas"/>
              </a:rPr>
              <a:t>.txt</a:t>
            </a:r>
            <a:r>
              <a:rPr lang="en-US"/>
              <a:t> </a:t>
            </a:r>
            <a:r>
              <a:rPr lang="en-US" err="1"/>
              <a:t>anotacije</a:t>
            </a:r>
            <a:r>
              <a:rPr lang="en-US"/>
              <a:t> (YOLO format)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Dvije</a:t>
            </a:r>
            <a:r>
              <a:rPr lang="en-US"/>
              <a:t> </a:t>
            </a:r>
            <a:r>
              <a:rPr lang="en-US" err="1"/>
              <a:t>klase</a:t>
            </a:r>
            <a:r>
              <a:rPr lang="en-US"/>
              <a:t>: </a:t>
            </a:r>
            <a:r>
              <a:rPr lang="en-US" err="1">
                <a:latin typeface="Consolas"/>
              </a:rPr>
              <a:t>bear_adult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>
                <a:latin typeface="Consolas"/>
              </a:rPr>
              <a:t>bear_juvenile</a:t>
            </a:r>
            <a:endParaRPr lang="en-US" err="1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Podjela</a:t>
            </a:r>
            <a:r>
              <a:rPr lang="en-US"/>
              <a:t>: </a:t>
            </a:r>
            <a:r>
              <a:rPr lang="en-US" b="1"/>
              <a:t>train (80%)</a:t>
            </a:r>
            <a:r>
              <a:rPr lang="en-US"/>
              <a:t>, </a:t>
            </a:r>
            <a:r>
              <a:rPr lang="en-US" b="1" err="1"/>
              <a:t>val</a:t>
            </a:r>
            <a:r>
              <a:rPr lang="en-US" b="1"/>
              <a:t> (10%)</a:t>
            </a:r>
            <a:r>
              <a:rPr lang="en-US"/>
              <a:t>, </a:t>
            </a:r>
            <a:r>
              <a:rPr lang="en-US" b="1"/>
              <a:t>test (10%)</a:t>
            </a:r>
            <a:endParaRPr lang="en-US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Ukupno</a:t>
            </a:r>
            <a:r>
              <a:rPr lang="en-US"/>
              <a:t>: </a:t>
            </a:r>
            <a:r>
              <a:rPr lang="en-US" b="1"/>
              <a:t>11,952 </a:t>
            </a:r>
            <a:r>
              <a:rPr lang="en-US" b="1" err="1"/>
              <a:t>slika</a:t>
            </a:r>
            <a:r>
              <a:rPr lang="en-US"/>
              <a:t>, </a:t>
            </a:r>
            <a:r>
              <a:rPr lang="en-US" b="1"/>
              <a:t>15,144 </a:t>
            </a:r>
            <a:r>
              <a:rPr lang="en-US" b="1" err="1"/>
              <a:t>detekcija</a:t>
            </a:r>
            <a:r>
              <a:rPr lang="en-US"/>
              <a:t>, ~4 GB</a:t>
            </a:r>
          </a:p>
          <a:p>
            <a:pPr marL="285750" indent="-285750">
              <a:buChar char="•"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72F74B-2262-EB4E-1333-AABB7EB80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960022"/>
              </p:ext>
            </p:extLst>
          </p:nvPr>
        </p:nvGraphicFramePr>
        <p:xfrm>
          <a:off x="1420558" y="2702336"/>
          <a:ext cx="6010275" cy="1585915"/>
        </p:xfrm>
        <a:graphic>
          <a:graphicData uri="http://schemas.openxmlformats.org/drawingml/2006/table">
            <a:tbl>
              <a:tblPr bandRow="1">
                <a:tableStyleId>{75D1723D-C190-450A-97F4-CAC1A898D045}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6576671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896555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95524427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48273201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17066109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7090205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Skup podataka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Broj slika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Veličina (MB)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Broj instanci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Instanci 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bear_adult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Instanci 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bear_juvenile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9127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Trening (Train)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9,561 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3195.78 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12,166 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6,860 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5,306 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52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Validacija (Val)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1,195 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417.66 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1,496 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908 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588 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143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Test (Test)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1,196 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399.96 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1,482 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837 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645 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29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1" i="0">
                          <a:effectLst/>
                          <a:latin typeface="Aptos" panose="020B0004020202020204" pitchFamily="34" charset="0"/>
                        </a:rPr>
                        <a:t>UKUPNO</a:t>
                      </a: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11,952 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4013.40 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15,144 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8,605 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100" b="0" i="0">
                          <a:effectLst/>
                          <a:latin typeface="Aptos" panose="020B0004020202020204" pitchFamily="34" charset="0"/>
                        </a:rPr>
                        <a:t>6,539 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10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128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80D13264-9488-5679-C963-39976C3E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28DF20B8-E6C0-E26A-7E31-EA638DEC1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Pretprocesiranje</a:t>
            </a:r>
            <a:r>
              <a:rPr lang="en" sz="2800">
                <a:solidFill>
                  <a:schemeClr val="tx1"/>
                </a:solidFill>
              </a:rPr>
              <a:t> – </a:t>
            </a:r>
            <a:r>
              <a:rPr lang="en" sz="2800" err="1">
                <a:solidFill>
                  <a:schemeClr val="tx1"/>
                </a:solidFill>
              </a:rPr>
              <a:t>organizacija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podataka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0272B-7768-9D24-83C9-EC864766FA21}"/>
              </a:ext>
            </a:extLst>
          </p:cNvPr>
          <p:cNvSpPr txBox="1"/>
          <p:nvPr/>
        </p:nvSpPr>
        <p:spPr>
          <a:xfrm>
            <a:off x="687879" y="1074554"/>
            <a:ext cx="5122592" cy="26107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Struktura</a:t>
            </a:r>
            <a:r>
              <a:rPr lang="en-US"/>
              <a:t> </a:t>
            </a:r>
            <a:r>
              <a:rPr lang="en-US" err="1"/>
              <a:t>organizovana</a:t>
            </a:r>
            <a:r>
              <a:rPr lang="en-US"/>
              <a:t> </a:t>
            </a:r>
            <a:r>
              <a:rPr lang="en-US" err="1"/>
              <a:t>prema</a:t>
            </a:r>
            <a:r>
              <a:rPr lang="en-US"/>
              <a:t> YOLO </a:t>
            </a:r>
            <a:r>
              <a:rPr lang="en-US" err="1"/>
              <a:t>standardu</a:t>
            </a:r>
            <a:r>
              <a:rPr lang="en-US"/>
              <a:t>:</a:t>
            </a:r>
          </a:p>
          <a:p>
            <a:pPr>
              <a:lnSpc>
                <a:spcPct val="200000"/>
              </a:lnSpc>
            </a:pPr>
            <a:r>
              <a:rPr lang="en-US">
                <a:latin typeface="Consolas"/>
              </a:rPr>
              <a:t>     images/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>
                <a:latin typeface="Consolas"/>
              </a:rPr>
              <a:t>labels/</a:t>
            </a:r>
            <a:r>
              <a:rPr lang="en-US"/>
              <a:t> </a:t>
            </a:r>
            <a:r>
              <a:rPr lang="en-US" err="1"/>
              <a:t>folderi</a:t>
            </a:r>
            <a:r>
              <a:rPr lang="en-US"/>
              <a:t> </a:t>
            </a:r>
            <a:r>
              <a:rPr lang="en-US" err="1"/>
              <a:t>unutar</a:t>
            </a:r>
            <a:r>
              <a:rPr lang="en-US"/>
              <a:t> </a:t>
            </a:r>
            <a:r>
              <a:rPr lang="en-US">
                <a:latin typeface="Consolas"/>
              </a:rPr>
              <a:t>train/</a:t>
            </a:r>
            <a:r>
              <a:rPr lang="en-US"/>
              <a:t>, </a:t>
            </a:r>
            <a:r>
              <a:rPr lang="en-US" err="1">
                <a:latin typeface="Consolas"/>
              </a:rPr>
              <a:t>val</a:t>
            </a:r>
            <a:r>
              <a:rPr lang="en-US">
                <a:latin typeface="Consolas"/>
              </a:rPr>
              <a:t>/</a:t>
            </a:r>
            <a:r>
              <a:rPr lang="en-US"/>
              <a:t>, </a:t>
            </a:r>
            <a:r>
              <a:rPr lang="en-US">
                <a:latin typeface="Consolas"/>
              </a:rPr>
              <a:t>test/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>
                <a:latin typeface="Consolas"/>
              </a:rPr>
              <a:t>     </a:t>
            </a:r>
            <a:r>
              <a:rPr lang="en-US" err="1">
                <a:latin typeface="Consolas"/>
              </a:rPr>
              <a:t>data.yaml</a:t>
            </a:r>
            <a:r>
              <a:rPr lang="en-US"/>
              <a:t> </a:t>
            </a:r>
            <a:r>
              <a:rPr lang="en-US" err="1"/>
              <a:t>fajl</a:t>
            </a:r>
            <a:r>
              <a:rPr lang="en-US"/>
              <a:t> s </a:t>
            </a:r>
            <a:r>
              <a:rPr lang="en-US" err="1"/>
              <a:t>klasama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putanjama</a:t>
            </a:r>
            <a:endParaRPr lang="en-US"/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Sve</a:t>
            </a:r>
            <a:r>
              <a:rPr lang="en-US"/>
              <a:t> </a:t>
            </a:r>
            <a:r>
              <a:rPr lang="en-US" err="1"/>
              <a:t>pripreme</a:t>
            </a:r>
            <a:r>
              <a:rPr lang="en-US"/>
              <a:t> </a:t>
            </a:r>
            <a:r>
              <a:rPr lang="en-US" err="1"/>
              <a:t>izvedene</a:t>
            </a:r>
            <a:r>
              <a:rPr lang="en-US"/>
              <a:t> </a:t>
            </a:r>
            <a:r>
              <a:rPr lang="en-US" err="1"/>
              <a:t>automatski</a:t>
            </a:r>
            <a:r>
              <a:rPr lang="en-US"/>
              <a:t> za </a:t>
            </a:r>
            <a:r>
              <a:rPr lang="en-US" err="1"/>
              <a:t>kompatibilnost</a:t>
            </a:r>
            <a:r>
              <a:rPr lang="en-US"/>
              <a:t> s YOLO </a:t>
            </a:r>
            <a:r>
              <a:rPr lang="en-US" err="1"/>
              <a:t>trenažnim</a:t>
            </a:r>
            <a:r>
              <a:rPr lang="en-US"/>
              <a:t> </a:t>
            </a:r>
            <a:r>
              <a:rPr lang="en-US" err="1"/>
              <a:t>skriptama</a:t>
            </a:r>
            <a:endParaRPr lang="en-US"/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CFED48-FEFA-DF81-C7F8-59192A0AE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98" y="962526"/>
            <a:ext cx="2156795" cy="418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4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FA45B30F-B379-F13B-BF09-49330393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88E6CBB3-60EB-3845-BF76-FEE0E084E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Pretprocesiranje</a:t>
            </a:r>
            <a:r>
              <a:rPr lang="en" sz="2800">
                <a:solidFill>
                  <a:schemeClr val="tx1"/>
                </a:solidFill>
              </a:rPr>
              <a:t> – </a:t>
            </a:r>
            <a:r>
              <a:rPr lang="en" sz="2800" err="1">
                <a:solidFill>
                  <a:schemeClr val="tx1"/>
                </a:solidFill>
              </a:rPr>
              <a:t>augmentacija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podataka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EE6B4-9CD6-FA08-D622-234E901E28FF}"/>
              </a:ext>
            </a:extLst>
          </p:cNvPr>
          <p:cNvSpPr txBox="1"/>
          <p:nvPr/>
        </p:nvSpPr>
        <p:spPr>
          <a:xfrm>
            <a:off x="483268" y="1106304"/>
            <a:ext cx="4712999" cy="3472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Nije</a:t>
            </a:r>
            <a:r>
              <a:rPr lang="en-US"/>
              <a:t> </a:t>
            </a:r>
            <a:r>
              <a:rPr lang="en-US" err="1"/>
              <a:t>rađena</a:t>
            </a:r>
            <a:r>
              <a:rPr lang="en-US"/>
              <a:t> </a:t>
            </a:r>
            <a:r>
              <a:rPr lang="en-US" err="1"/>
              <a:t>ručna</a:t>
            </a:r>
            <a:r>
              <a:rPr lang="en-US"/>
              <a:t> </a:t>
            </a:r>
            <a:r>
              <a:rPr lang="en-US" err="1"/>
              <a:t>augmentacija</a:t>
            </a:r>
            <a:r>
              <a:rPr lang="en-US"/>
              <a:t> </a:t>
            </a:r>
            <a:r>
              <a:rPr lang="en-US" err="1"/>
              <a:t>prije</a:t>
            </a:r>
            <a:r>
              <a:rPr lang="en-US"/>
              <a:t> </a:t>
            </a:r>
            <a:r>
              <a:rPr lang="en-US" err="1"/>
              <a:t>treniranja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YOLO </a:t>
            </a:r>
            <a:r>
              <a:rPr lang="en-US" err="1"/>
              <a:t>koristi</a:t>
            </a:r>
            <a:r>
              <a:rPr lang="en-US"/>
              <a:t> </a:t>
            </a:r>
            <a:r>
              <a:rPr lang="en-US" b="1"/>
              <a:t>"on-the-fly" </a:t>
            </a:r>
            <a:r>
              <a:rPr lang="en-US" b="1" err="1"/>
              <a:t>augmentaciju</a:t>
            </a:r>
            <a:r>
              <a:rPr lang="en-US"/>
              <a:t> </a:t>
            </a:r>
            <a:r>
              <a:rPr lang="en-US" err="1"/>
              <a:t>tokom</a:t>
            </a:r>
            <a:r>
              <a:rPr lang="en-US"/>
              <a:t> </a:t>
            </a:r>
            <a:r>
              <a:rPr lang="en-US" err="1"/>
              <a:t>treniranja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err="1"/>
              <a:t>Automatske</a:t>
            </a:r>
            <a:r>
              <a:rPr lang="en-US"/>
              <a:t> </a:t>
            </a:r>
            <a:r>
              <a:rPr lang="en-US" err="1"/>
              <a:t>transformacije</a:t>
            </a:r>
            <a:r>
              <a:rPr lang="en-US"/>
              <a:t>:</a:t>
            </a:r>
          </a:p>
          <a:p>
            <a:pPr>
              <a:lnSpc>
                <a:spcPct val="200000"/>
              </a:lnSpc>
            </a:pPr>
            <a:r>
              <a:rPr lang="en-US"/>
              <a:t>   </a:t>
            </a:r>
            <a:r>
              <a:rPr lang="en-US" err="1"/>
              <a:t>Promjene</a:t>
            </a:r>
            <a:r>
              <a:rPr lang="en-US"/>
              <a:t> </a:t>
            </a:r>
            <a:r>
              <a:rPr lang="en-US" err="1"/>
              <a:t>boje</a:t>
            </a:r>
            <a:r>
              <a:rPr lang="en-US"/>
              <a:t> (</a:t>
            </a:r>
            <a:r>
              <a:rPr lang="en-US" err="1"/>
              <a:t>svjetlina</a:t>
            </a:r>
            <a:r>
              <a:rPr lang="en-US"/>
              <a:t>, </a:t>
            </a:r>
            <a:r>
              <a:rPr lang="en-US" err="1"/>
              <a:t>kontrast</a:t>
            </a:r>
            <a:r>
              <a:rPr lang="en-US"/>
              <a:t>)</a:t>
            </a:r>
          </a:p>
          <a:p>
            <a:pPr>
              <a:lnSpc>
                <a:spcPct val="200000"/>
              </a:lnSpc>
            </a:pPr>
            <a:r>
              <a:rPr lang="en-US"/>
              <a:t>   </a:t>
            </a:r>
            <a:r>
              <a:rPr lang="en-US" err="1"/>
              <a:t>Geometrijske</a:t>
            </a:r>
            <a:r>
              <a:rPr lang="en-US"/>
              <a:t> </a:t>
            </a:r>
            <a:r>
              <a:rPr lang="en-US" err="1"/>
              <a:t>transformacije</a:t>
            </a:r>
            <a:r>
              <a:rPr lang="en-US"/>
              <a:t> (</a:t>
            </a:r>
            <a:r>
              <a:rPr lang="en-US" err="1"/>
              <a:t>rotacija</a:t>
            </a:r>
            <a:r>
              <a:rPr lang="en-US"/>
              <a:t>, </a:t>
            </a:r>
            <a:r>
              <a:rPr lang="en-US" err="1"/>
              <a:t>skaliranje</a:t>
            </a:r>
            <a:r>
              <a:rPr lang="en-US"/>
              <a:t>)</a:t>
            </a:r>
          </a:p>
          <a:p>
            <a:pPr>
              <a:lnSpc>
                <a:spcPct val="200000"/>
              </a:lnSpc>
            </a:pPr>
            <a:r>
              <a:rPr lang="en-US" b="1"/>
              <a:t>   Mosaic </a:t>
            </a:r>
            <a:r>
              <a:rPr lang="en-US" b="1" err="1"/>
              <a:t>augmentacija</a:t>
            </a:r>
            <a:endParaRPr lang="en-US" err="1"/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2" name="Picture 1" descr="data augmentation · ultralytics yolov5 · Discussion #10469 · GitHub">
            <a:extLst>
              <a:ext uri="{FF2B5EF4-FFF2-40B4-BE49-F238E27FC236}">
                <a16:creationId xmlns:a16="http://schemas.microsoft.com/office/drawing/2014/main" id="{480FCAAC-8E49-BC55-B673-06F7BDF2F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88" y="888444"/>
            <a:ext cx="4232107" cy="252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56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1D50F57A-B596-93D8-6939-D3690D28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44AD1B9B-68B1-F8C2-7403-4121DDDCB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495" y="234211"/>
            <a:ext cx="8636320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Identifikovani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rizici</a:t>
            </a:r>
            <a:r>
              <a:rPr lang="en" sz="2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6AA4D-D336-ED37-BD11-71DE4F45CED7}"/>
              </a:ext>
            </a:extLst>
          </p:cNvPr>
          <p:cNvSpPr txBox="1"/>
          <p:nvPr/>
        </p:nvSpPr>
        <p:spPr>
          <a:xfrm>
            <a:off x="261018" y="809971"/>
            <a:ext cx="4546715" cy="3503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 sz="1200" err="1"/>
              <a:t>Vizuelna</a:t>
            </a:r>
            <a:r>
              <a:rPr lang="en-US" sz="1200" dirty="0"/>
              <a:t> </a:t>
            </a:r>
            <a:r>
              <a:rPr lang="en-US" sz="1200" err="1"/>
              <a:t>sličnost</a:t>
            </a:r>
            <a:r>
              <a:rPr lang="en-US" sz="1200" dirty="0"/>
              <a:t> </a:t>
            </a:r>
            <a:r>
              <a:rPr lang="en-US" sz="1200" err="1"/>
              <a:t>između</a:t>
            </a:r>
            <a:r>
              <a:rPr lang="en-US" sz="1200" dirty="0"/>
              <a:t> </a:t>
            </a:r>
            <a:r>
              <a:rPr lang="en-US" sz="1200" err="1"/>
              <a:t>klasa</a:t>
            </a:r>
            <a:r>
              <a:rPr lang="en-US" sz="1200" dirty="0"/>
              <a:t> – </a:t>
            </a:r>
            <a:r>
              <a:rPr lang="en-US" sz="1200" err="1"/>
              <a:t>razlika</a:t>
            </a:r>
            <a:r>
              <a:rPr lang="en-US" sz="1200" dirty="0"/>
              <a:t> je </a:t>
            </a:r>
            <a:r>
              <a:rPr lang="en-US" sz="1200" err="1"/>
              <a:t>najčešće</a:t>
            </a:r>
            <a:r>
              <a:rPr lang="en-US" sz="1200" dirty="0"/>
              <a:t> </a:t>
            </a:r>
            <a:r>
              <a:rPr lang="en-US" sz="1200" err="1"/>
              <a:t>samo</a:t>
            </a:r>
            <a:r>
              <a:rPr lang="en-US" sz="1200" dirty="0"/>
              <a:t> </a:t>
            </a:r>
            <a:r>
              <a:rPr lang="en-US" sz="1200" b="1" dirty="0"/>
              <a:t>u </a:t>
            </a:r>
            <a:r>
              <a:rPr lang="en-US" sz="1200" b="1" err="1"/>
              <a:t>veličini</a:t>
            </a:r>
            <a:endParaRPr lang="en-US" sz="1200" err="1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200" err="1"/>
              <a:t>Veličina</a:t>
            </a:r>
            <a:r>
              <a:rPr lang="en-US" sz="1200" dirty="0"/>
              <a:t> </a:t>
            </a:r>
            <a:r>
              <a:rPr lang="en-US" sz="1200" err="1"/>
              <a:t>kao</a:t>
            </a:r>
            <a:r>
              <a:rPr lang="en-US" sz="1200" dirty="0"/>
              <a:t> </a:t>
            </a:r>
            <a:r>
              <a:rPr lang="en-US" sz="1200" b="1" err="1"/>
              <a:t>relativan</a:t>
            </a:r>
            <a:r>
              <a:rPr lang="en-US" sz="1200" dirty="0"/>
              <a:t> </a:t>
            </a:r>
            <a:r>
              <a:rPr lang="en-US" sz="1200" err="1"/>
              <a:t>i</a:t>
            </a:r>
            <a:r>
              <a:rPr lang="en-US" sz="1200" dirty="0"/>
              <a:t> </a:t>
            </a:r>
            <a:r>
              <a:rPr lang="en-US" sz="1200" err="1"/>
              <a:t>teško</a:t>
            </a:r>
            <a:r>
              <a:rPr lang="en-US" sz="1200" dirty="0"/>
              <a:t> </a:t>
            </a:r>
            <a:r>
              <a:rPr lang="en-US" sz="1200" err="1"/>
              <a:t>mjerljiv</a:t>
            </a:r>
            <a:r>
              <a:rPr lang="en-US" sz="1200" dirty="0"/>
              <a:t> </a:t>
            </a:r>
            <a:r>
              <a:rPr lang="en-US" sz="1200" err="1"/>
              <a:t>atribut</a:t>
            </a:r>
            <a:r>
              <a:rPr lang="en-US" sz="1200" dirty="0"/>
              <a:t> u 2D </a:t>
            </a:r>
            <a:r>
              <a:rPr lang="en-US" sz="1200" err="1"/>
              <a:t>slici</a:t>
            </a:r>
            <a:endParaRPr lang="en-US" sz="120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200" err="1"/>
              <a:t>Primjeri</a:t>
            </a:r>
            <a:r>
              <a:rPr lang="en-US" sz="1200" dirty="0"/>
              <a:t> </a:t>
            </a:r>
            <a:r>
              <a:rPr lang="en-US" sz="1200" err="1"/>
              <a:t>grešaka</a:t>
            </a:r>
            <a:r>
              <a:rPr lang="en-US" sz="12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    Veliko </a:t>
            </a:r>
            <a:r>
              <a:rPr lang="en-US" sz="1200" err="1"/>
              <a:t>mladunče</a:t>
            </a:r>
            <a:r>
              <a:rPr lang="en-US" sz="1200" dirty="0"/>
              <a:t> </a:t>
            </a:r>
            <a:r>
              <a:rPr lang="en-US" sz="1200" err="1"/>
              <a:t>daleko</a:t>
            </a:r>
            <a:r>
              <a:rPr lang="en-US" sz="1200" dirty="0"/>
              <a:t> = mala </a:t>
            </a:r>
            <a:r>
              <a:rPr lang="en-US" sz="1200" err="1"/>
              <a:t>odrasla</a:t>
            </a:r>
            <a:r>
              <a:rPr lang="en-US" sz="1200" dirty="0"/>
              <a:t> </a:t>
            </a:r>
            <a:r>
              <a:rPr lang="en-US" sz="1200" err="1"/>
              <a:t>jedinka</a:t>
            </a:r>
            <a:r>
              <a:rPr lang="en-US" sz="1200" dirty="0"/>
              <a:t> </a:t>
            </a:r>
            <a:r>
              <a:rPr lang="en-US" sz="1200" err="1"/>
              <a:t>blizu</a:t>
            </a:r>
            <a:endParaRPr lang="en-US" sz="1200"/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200" b="1" err="1"/>
              <a:t>Imbalans</a:t>
            </a:r>
            <a:r>
              <a:rPr lang="en-US" sz="1200" b="1" dirty="0"/>
              <a:t> </a:t>
            </a:r>
            <a:r>
              <a:rPr lang="en-US" sz="1200" b="1" err="1"/>
              <a:t>klasa</a:t>
            </a:r>
            <a:r>
              <a:rPr lang="en-US" sz="1200" dirty="0"/>
              <a:t>: </a:t>
            </a:r>
            <a:r>
              <a:rPr lang="en-US" sz="1200" err="1"/>
              <a:t>blaga</a:t>
            </a:r>
            <a:r>
              <a:rPr lang="en-US" sz="1200" dirty="0"/>
              <a:t> </a:t>
            </a:r>
            <a:r>
              <a:rPr lang="en-US" sz="1200" err="1"/>
              <a:t>dominacija</a:t>
            </a:r>
            <a:r>
              <a:rPr lang="en-US" sz="1200" dirty="0"/>
              <a:t> </a:t>
            </a:r>
            <a:r>
              <a:rPr lang="en-US" sz="1200" err="1">
                <a:latin typeface="Consolas"/>
              </a:rPr>
              <a:t>bear_adult</a:t>
            </a:r>
            <a:r>
              <a:rPr lang="en-US" sz="1200" dirty="0"/>
              <a:t> (1.3:1)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200" b="1" err="1"/>
              <a:t>Varijabilnost</a:t>
            </a:r>
            <a:r>
              <a:rPr lang="en-US" sz="1200" b="1" dirty="0"/>
              <a:t> u </a:t>
            </a:r>
            <a:r>
              <a:rPr lang="en-US" sz="1200" b="1" err="1"/>
              <a:t>snimanju</a:t>
            </a:r>
            <a:r>
              <a:rPr lang="en-US" sz="1200" dirty="0"/>
              <a:t>: </a:t>
            </a:r>
            <a:r>
              <a:rPr lang="en-US" sz="1200" err="1"/>
              <a:t>osvjetljenje</a:t>
            </a:r>
            <a:r>
              <a:rPr lang="en-US" sz="1200" dirty="0"/>
              <a:t>, </a:t>
            </a:r>
            <a:r>
              <a:rPr lang="en-US" sz="1200" err="1"/>
              <a:t>okluzije</a:t>
            </a:r>
            <a:r>
              <a:rPr lang="en-US" sz="1200" dirty="0"/>
              <a:t>, </a:t>
            </a:r>
            <a:r>
              <a:rPr lang="en-US" sz="1200" err="1"/>
              <a:t>različite</a:t>
            </a:r>
            <a:r>
              <a:rPr lang="en-US" sz="1200" dirty="0"/>
              <a:t> </a:t>
            </a:r>
            <a:r>
              <a:rPr lang="en-US" sz="1200" err="1"/>
              <a:t>poze</a:t>
            </a:r>
            <a:r>
              <a:rPr lang="en-US" sz="1200" dirty="0"/>
              <a:t> </a:t>
            </a:r>
            <a:r>
              <a:rPr lang="en-US" sz="1200" err="1"/>
              <a:t>i</a:t>
            </a:r>
            <a:r>
              <a:rPr lang="en-US" sz="1200" dirty="0"/>
              <a:t> </a:t>
            </a:r>
            <a:r>
              <a:rPr lang="en-US" sz="1200" err="1"/>
              <a:t>udaljenost</a:t>
            </a:r>
            <a:endParaRPr lang="en-US" sz="1200"/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200" b="1" err="1"/>
              <a:t>Subjektivnost</a:t>
            </a:r>
            <a:r>
              <a:rPr lang="en-US" sz="1200" b="1" dirty="0"/>
              <a:t> </a:t>
            </a:r>
            <a:r>
              <a:rPr lang="en-US" sz="1200" b="1" err="1"/>
              <a:t>pri</a:t>
            </a:r>
            <a:r>
              <a:rPr lang="en-US" sz="1200" b="1" dirty="0"/>
              <a:t> </a:t>
            </a:r>
            <a:r>
              <a:rPr lang="en-US" sz="1200" b="1" err="1"/>
              <a:t>anotaciji</a:t>
            </a:r>
            <a:r>
              <a:rPr lang="en-US" sz="12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    </a:t>
            </a:r>
            <a:r>
              <a:rPr lang="en-US" sz="1200" err="1"/>
              <a:t>Više</a:t>
            </a:r>
            <a:r>
              <a:rPr lang="en-US" sz="1200" dirty="0"/>
              <a:t> </a:t>
            </a:r>
            <a:r>
              <a:rPr lang="en-US" sz="1200" err="1"/>
              <a:t>anotatora</a:t>
            </a:r>
            <a:endParaRPr lang="en-US" sz="1200"/>
          </a:p>
          <a:p>
            <a:pPr>
              <a:lnSpc>
                <a:spcPct val="150000"/>
              </a:lnSpc>
            </a:pPr>
            <a:r>
              <a:rPr lang="en-US" sz="1200" dirty="0"/>
              <a:t>    </a:t>
            </a:r>
            <a:r>
              <a:rPr lang="en-US" sz="1200" err="1"/>
              <a:t>Nejasni</a:t>
            </a:r>
            <a:r>
              <a:rPr lang="en-US" sz="1200" dirty="0"/>
              <a:t> </a:t>
            </a:r>
            <a:r>
              <a:rPr lang="en-US" sz="1200" err="1"/>
              <a:t>slučajevi</a:t>
            </a:r>
            <a:r>
              <a:rPr lang="en-US" sz="1200" dirty="0"/>
              <a:t> </a:t>
            </a:r>
            <a:r>
              <a:rPr lang="en-US" sz="1200" err="1"/>
              <a:t>kod</a:t>
            </a:r>
            <a:r>
              <a:rPr lang="en-US" sz="1200" dirty="0"/>
              <a:t> </a:t>
            </a:r>
            <a:r>
              <a:rPr lang="en-US" sz="1200" err="1"/>
              <a:t>granice</a:t>
            </a:r>
            <a:r>
              <a:rPr lang="en-US" sz="1200" dirty="0"/>
              <a:t> </a:t>
            </a:r>
            <a:r>
              <a:rPr lang="en-US" sz="1200" err="1"/>
              <a:t>između</a:t>
            </a:r>
            <a:r>
              <a:rPr lang="en-US" sz="1200" dirty="0"/>
              <a:t> </a:t>
            </a:r>
            <a:r>
              <a:rPr lang="en-US" sz="1200" dirty="0">
                <a:latin typeface="Consolas"/>
              </a:rPr>
              <a:t>juvenile</a:t>
            </a:r>
            <a:r>
              <a:rPr lang="en-US" sz="1200" dirty="0"/>
              <a:t> </a:t>
            </a:r>
            <a:r>
              <a:rPr lang="en-US" sz="1200" err="1"/>
              <a:t>i</a:t>
            </a:r>
            <a:r>
              <a:rPr lang="en-US" sz="1200" dirty="0"/>
              <a:t> </a:t>
            </a:r>
            <a:r>
              <a:rPr lang="en-US" sz="1200" dirty="0">
                <a:latin typeface="Consolas"/>
              </a:rPr>
              <a:t>adult</a:t>
            </a:r>
            <a:endParaRPr lang="en-US" sz="1200" dirty="0"/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55166190-3CFD-7BA9-4F5E-381FCD02C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944" y="964406"/>
            <a:ext cx="3407569" cy="343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50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15100" y="1875558"/>
            <a:ext cx="4819824" cy="1885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3600" err="1"/>
              <a:t>Odabir</a:t>
            </a:r>
            <a:r>
              <a:rPr lang="en" sz="3600"/>
              <a:t>, </a:t>
            </a:r>
            <a:r>
              <a:rPr lang="en" sz="3600" err="1"/>
              <a:t>formiranje</a:t>
            </a:r>
            <a:r>
              <a:rPr lang="en" sz="3600"/>
              <a:t>, </a:t>
            </a:r>
            <a:r>
              <a:rPr lang="en" sz="3600" err="1"/>
              <a:t>treniranje</a:t>
            </a:r>
            <a:r>
              <a:rPr lang="en" sz="3600"/>
              <a:t> </a:t>
            </a:r>
            <a:r>
              <a:rPr lang="en" sz="3600" err="1"/>
              <a:t>i</a:t>
            </a:r>
            <a:r>
              <a:rPr lang="en" sz="3600"/>
              <a:t> </a:t>
            </a:r>
            <a:r>
              <a:rPr lang="en" sz="3600" err="1"/>
              <a:t>testiranje</a:t>
            </a:r>
            <a:r>
              <a:rPr lang="en" sz="3600"/>
              <a:t> </a:t>
            </a:r>
            <a:r>
              <a:rPr lang="en" sz="3600" err="1"/>
              <a:t>modela</a:t>
            </a:r>
            <a:endParaRPr lang="en-US" sz="3600" err="1"/>
          </a:p>
        </p:txBody>
      </p:sp>
      <p:sp>
        <p:nvSpPr>
          <p:cNvPr id="470" name="Google Shape;470;p29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471" name="Google Shape;471;p29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2" name="Google Shape;472;p29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pic>
        <p:nvPicPr>
          <p:cNvPr id="2" name="Picture 1" descr="Ai Cyborg PNG Transparent Images Free Download | Vector Files | Pngtree">
            <a:extLst>
              <a:ext uri="{FF2B5EF4-FFF2-40B4-BE49-F238E27FC236}">
                <a16:creationId xmlns:a16="http://schemas.microsoft.com/office/drawing/2014/main" id="{798DB47D-BEA7-9A4D-C066-A4271085D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701802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 txBox="1">
            <a:spLocks noGrp="1"/>
          </p:cNvSpPr>
          <p:nvPr>
            <p:ph type="title"/>
          </p:nvPr>
        </p:nvSpPr>
        <p:spPr>
          <a:xfrm>
            <a:off x="715100" y="274763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  <a:cs typeface="Golos Text"/>
              </a:rPr>
              <a:t>Odabir</a:t>
            </a:r>
            <a:r>
              <a:rPr lang="en" sz="2800">
                <a:solidFill>
                  <a:schemeClr val="tx1"/>
                </a:solidFill>
                <a:cs typeface="Golos Text"/>
              </a:rPr>
              <a:t> </a:t>
            </a:r>
            <a:r>
              <a:rPr lang="en" sz="2800" err="1">
                <a:solidFill>
                  <a:schemeClr val="tx1"/>
                </a:solidFill>
                <a:cs typeface="Golos Text"/>
              </a:rPr>
              <a:t>metode</a:t>
            </a:r>
            <a:r>
              <a:rPr lang="en" sz="2800">
                <a:solidFill>
                  <a:schemeClr val="tx1"/>
                </a:solidFill>
                <a:cs typeface="Golos Text"/>
              </a:rPr>
              <a:t> </a:t>
            </a:r>
            <a:r>
              <a:rPr lang="en" sz="2800" err="1">
                <a:solidFill>
                  <a:schemeClr val="tx1"/>
                </a:solidFill>
                <a:cs typeface="Golos Text"/>
              </a:rPr>
              <a:t>i</a:t>
            </a:r>
            <a:r>
              <a:rPr lang="en" sz="2800">
                <a:solidFill>
                  <a:schemeClr val="tx1"/>
                </a:solidFill>
                <a:cs typeface="Golos Text"/>
              </a:rPr>
              <a:t> </a:t>
            </a:r>
            <a:r>
              <a:rPr lang="en" sz="2800" err="1">
                <a:solidFill>
                  <a:schemeClr val="tx1"/>
                </a:solidFill>
                <a:cs typeface="Golos Text"/>
              </a:rPr>
              <a:t>tehnologija</a:t>
            </a:r>
            <a:r>
              <a:rPr lang="en" sz="2800">
                <a:solidFill>
                  <a:schemeClr val="tx1"/>
                </a:solidFill>
                <a:cs typeface="Golos Text"/>
              </a:rPr>
              <a:t>: </a:t>
            </a:r>
            <a:r>
              <a:rPr lang="en" sz="2800" err="1">
                <a:solidFill>
                  <a:schemeClr val="tx1"/>
                </a:solidFill>
                <a:cs typeface="Golos Text"/>
              </a:rPr>
              <a:t>Strateški</a:t>
            </a:r>
            <a:r>
              <a:rPr lang="en" sz="2800">
                <a:solidFill>
                  <a:schemeClr val="tx1"/>
                </a:solidFill>
                <a:cs typeface="Golos Text"/>
              </a:rPr>
              <a:t> </a:t>
            </a:r>
            <a:r>
              <a:rPr lang="en" sz="2800" err="1">
                <a:solidFill>
                  <a:schemeClr val="tx1"/>
                </a:solidFill>
                <a:cs typeface="Golos Text"/>
              </a:rPr>
              <a:t>pristup</a:t>
            </a:r>
            <a:endParaRPr lang="en-US" sz="2800" err="1">
              <a:solidFill>
                <a:schemeClr val="tx1"/>
              </a:solidFill>
              <a:cs typeface="Golos Text"/>
            </a:endParaRPr>
          </a:p>
        </p:txBody>
      </p:sp>
      <p:sp>
        <p:nvSpPr>
          <p:cNvPr id="478" name="Google Shape;478;p30"/>
          <p:cNvSpPr txBox="1">
            <a:spLocks noGrp="1"/>
          </p:cNvSpPr>
          <p:nvPr>
            <p:ph type="body" idx="1"/>
          </p:nvPr>
        </p:nvSpPr>
        <p:spPr>
          <a:xfrm>
            <a:off x="324074" y="1257489"/>
            <a:ext cx="8425768" cy="3711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" sz="1300" err="1"/>
              <a:t>Odabrali</a:t>
            </a:r>
            <a:r>
              <a:rPr lang="en" sz="1300"/>
              <a:t> </a:t>
            </a:r>
            <a:r>
              <a:rPr lang="en" sz="1300" err="1"/>
              <a:t>smo</a:t>
            </a:r>
            <a:r>
              <a:rPr lang="en" sz="1300"/>
              <a:t> </a:t>
            </a:r>
            <a:r>
              <a:rPr lang="en" sz="1300" b="1"/>
              <a:t>YOLOv8</a:t>
            </a:r>
            <a:r>
              <a:rPr lang="en" sz="1300"/>
              <a:t> </a:t>
            </a:r>
            <a:r>
              <a:rPr lang="en" sz="1300" err="1"/>
              <a:t>jer</a:t>
            </a:r>
            <a:r>
              <a:rPr lang="en" sz="1300"/>
              <a:t> </a:t>
            </a:r>
            <a:r>
              <a:rPr lang="en" sz="1300" err="1"/>
              <a:t>nudi</a:t>
            </a:r>
            <a:r>
              <a:rPr lang="en" sz="1300"/>
              <a:t> </a:t>
            </a:r>
            <a:r>
              <a:rPr lang="en" sz="1300" b="1" err="1"/>
              <a:t>najbolji</a:t>
            </a:r>
            <a:r>
              <a:rPr lang="en" sz="1300" b="1"/>
              <a:t> </a:t>
            </a:r>
            <a:r>
              <a:rPr lang="en" sz="1300" b="1" err="1"/>
              <a:t>balans</a:t>
            </a:r>
            <a:r>
              <a:rPr lang="en" sz="1300" b="1"/>
              <a:t> </a:t>
            </a:r>
            <a:r>
              <a:rPr lang="en" sz="1300" b="1" err="1"/>
              <a:t>brzine</a:t>
            </a:r>
            <a:r>
              <a:rPr lang="en" sz="1300" b="1"/>
              <a:t> </a:t>
            </a:r>
            <a:r>
              <a:rPr lang="en" sz="1300" b="1" err="1"/>
              <a:t>i</a:t>
            </a:r>
            <a:r>
              <a:rPr lang="en" sz="1300" b="1"/>
              <a:t> </a:t>
            </a:r>
            <a:r>
              <a:rPr lang="en" sz="1300" b="1" err="1"/>
              <a:t>preciznosti</a:t>
            </a:r>
            <a:r>
              <a:rPr lang="en" sz="1300"/>
              <a:t> za </a:t>
            </a:r>
            <a:r>
              <a:rPr lang="en" sz="1300" err="1"/>
              <a:t>detekciju</a:t>
            </a:r>
            <a:r>
              <a:rPr lang="en" sz="1300"/>
              <a:t> </a:t>
            </a:r>
            <a:r>
              <a:rPr lang="en" sz="1300" err="1"/>
              <a:t>objekata</a:t>
            </a:r>
            <a:r>
              <a:rPr lang="en" sz="1300"/>
              <a:t>. To </a:t>
            </a:r>
            <a:r>
              <a:rPr lang="en" sz="1300" err="1"/>
              <a:t>nam</a:t>
            </a:r>
            <a:r>
              <a:rPr lang="en" sz="1300"/>
              <a:t> je </a:t>
            </a:r>
            <a:r>
              <a:rPr lang="en" sz="1300" err="1"/>
              <a:t>ključno</a:t>
            </a:r>
            <a:r>
              <a:rPr lang="en" sz="1300"/>
              <a:t> za </a:t>
            </a:r>
            <a:r>
              <a:rPr lang="en" sz="1300" b="1"/>
              <a:t>real-time </a:t>
            </a:r>
            <a:r>
              <a:rPr lang="en" sz="1300" b="1" err="1"/>
              <a:t>analizu</a:t>
            </a:r>
            <a:r>
              <a:rPr lang="en" sz="1300"/>
              <a:t> video </a:t>
            </a:r>
            <a:r>
              <a:rPr lang="en" sz="1300" err="1"/>
              <a:t>materijala</a:t>
            </a:r>
            <a:r>
              <a:rPr lang="en" sz="1300"/>
              <a:t> s </a:t>
            </a:r>
            <a:r>
              <a:rPr lang="en" sz="1300" err="1"/>
              <a:t>kamera-zamki</a:t>
            </a:r>
            <a:r>
              <a:rPr lang="en" sz="1300"/>
              <a:t>.</a:t>
            </a:r>
          </a:p>
          <a:p>
            <a:pPr marL="285750" indent="-285750">
              <a:lnSpc>
                <a:spcPct val="114999"/>
              </a:lnSpc>
            </a:pPr>
            <a:endParaRPr lang="en" sz="1300"/>
          </a:p>
          <a:p>
            <a:pPr>
              <a:lnSpc>
                <a:spcPct val="114999"/>
              </a:lnSpc>
            </a:pPr>
            <a:r>
              <a:rPr lang="en" sz="1300" err="1">
                <a:latin typeface="Arial"/>
              </a:rPr>
              <a:t>Osnovna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Arhitektura</a:t>
            </a:r>
            <a:r>
              <a:rPr lang="en" sz="1300">
                <a:latin typeface="Arial"/>
              </a:rPr>
              <a:t>:</a:t>
            </a:r>
          </a:p>
          <a:p>
            <a:pPr>
              <a:lnSpc>
                <a:spcPct val="114999"/>
              </a:lnSpc>
            </a:pPr>
            <a:r>
              <a:rPr lang="en" sz="1300" b="1">
                <a:latin typeface="Arial"/>
              </a:rPr>
              <a:t>YOLOv8m model: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Koristimo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verziju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pretreniranu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na</a:t>
            </a:r>
            <a:r>
              <a:rPr lang="en" sz="1300">
                <a:latin typeface="Arial"/>
              </a:rPr>
              <a:t> </a:t>
            </a:r>
            <a:r>
              <a:rPr lang="en" sz="1300" b="1" err="1">
                <a:latin typeface="Arial"/>
              </a:rPr>
              <a:t>masivnom</a:t>
            </a:r>
            <a:r>
              <a:rPr lang="en" sz="1300" b="1">
                <a:latin typeface="Arial"/>
              </a:rPr>
              <a:t> COCO </a:t>
            </a:r>
            <a:r>
              <a:rPr lang="en" sz="1300" b="1" err="1">
                <a:latin typeface="Arial"/>
              </a:rPr>
              <a:t>skupu</a:t>
            </a:r>
            <a:r>
              <a:rPr lang="en" sz="1300" b="1">
                <a:latin typeface="Arial"/>
              </a:rPr>
              <a:t> </a:t>
            </a:r>
            <a:r>
              <a:rPr lang="en" sz="1300" b="1" err="1">
                <a:latin typeface="Arial"/>
              </a:rPr>
              <a:t>podataka</a:t>
            </a:r>
            <a:r>
              <a:rPr lang="en" sz="1300">
                <a:latin typeface="Arial"/>
              </a:rPr>
              <a:t>. To </a:t>
            </a:r>
            <a:r>
              <a:rPr lang="en" sz="1300" err="1">
                <a:latin typeface="Arial"/>
              </a:rPr>
              <a:t>omogućava</a:t>
            </a:r>
            <a:r>
              <a:rPr lang="en" sz="1300">
                <a:latin typeface="Arial"/>
              </a:rPr>
              <a:t> </a:t>
            </a:r>
            <a:r>
              <a:rPr lang="en" sz="1300" b="1" err="1">
                <a:latin typeface="Arial"/>
              </a:rPr>
              <a:t>učenje</a:t>
            </a:r>
            <a:r>
              <a:rPr lang="en" sz="1300" b="1">
                <a:latin typeface="Arial"/>
              </a:rPr>
              <a:t> </a:t>
            </a:r>
            <a:r>
              <a:rPr lang="en" sz="1300" b="1" err="1">
                <a:latin typeface="Arial"/>
              </a:rPr>
              <a:t>prijenosom</a:t>
            </a:r>
            <a:r>
              <a:rPr lang="en" sz="1300" b="1">
                <a:latin typeface="Arial"/>
              </a:rPr>
              <a:t> (Transfer Learning)</a:t>
            </a:r>
            <a:r>
              <a:rPr lang="en" sz="1300">
                <a:latin typeface="Arial"/>
              </a:rPr>
              <a:t>, </a:t>
            </a:r>
            <a:r>
              <a:rPr lang="en" sz="1300" err="1">
                <a:latin typeface="Arial"/>
              </a:rPr>
              <a:t>što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znači</a:t>
            </a:r>
            <a:r>
              <a:rPr lang="en" sz="1300">
                <a:latin typeface="Arial"/>
              </a:rPr>
              <a:t> da model </a:t>
            </a:r>
            <a:r>
              <a:rPr lang="en" sz="1300" err="1">
                <a:latin typeface="Arial"/>
              </a:rPr>
              <a:t>već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razumije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opće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vizualne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značajke</a:t>
            </a:r>
            <a:r>
              <a:rPr lang="en" sz="1300">
                <a:latin typeface="Arial"/>
              </a:rPr>
              <a:t>.</a:t>
            </a:r>
          </a:p>
          <a:p>
            <a:pPr>
              <a:lnSpc>
                <a:spcPct val="114999"/>
              </a:lnSpc>
            </a:pPr>
            <a:r>
              <a:rPr lang="en" sz="1300" b="1" err="1">
                <a:latin typeface="Arial"/>
              </a:rPr>
              <a:t>Ključni</a:t>
            </a:r>
            <a:r>
              <a:rPr lang="en" sz="1300" b="1">
                <a:latin typeface="Arial"/>
              </a:rPr>
              <a:t> </a:t>
            </a:r>
            <a:r>
              <a:rPr lang="en" sz="1300" b="1" err="1">
                <a:latin typeface="Arial"/>
              </a:rPr>
              <a:t>dijelovi</a:t>
            </a:r>
            <a:r>
              <a:rPr lang="en" sz="1300" b="1">
                <a:latin typeface="Arial"/>
              </a:rPr>
              <a:t>:</a:t>
            </a:r>
            <a:r>
              <a:rPr lang="en" sz="1300">
                <a:latin typeface="Arial"/>
              </a:rPr>
              <a:t> </a:t>
            </a:r>
          </a:p>
          <a:p>
            <a:pPr lvl="1">
              <a:lnSpc>
                <a:spcPct val="114999"/>
              </a:lnSpc>
            </a:pPr>
            <a:r>
              <a:rPr lang="en" sz="1300" b="1">
                <a:latin typeface="Arial"/>
              </a:rPr>
              <a:t>Backbone: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Izdvaja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osnovne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značajke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slike</a:t>
            </a:r>
            <a:r>
              <a:rPr lang="en" sz="1300">
                <a:latin typeface="Arial"/>
              </a:rPr>
              <a:t>.</a:t>
            </a:r>
          </a:p>
          <a:p>
            <a:pPr lvl="1">
              <a:lnSpc>
                <a:spcPct val="114999"/>
              </a:lnSpc>
            </a:pPr>
            <a:r>
              <a:rPr lang="en" sz="1300" b="1">
                <a:latin typeface="Arial"/>
              </a:rPr>
              <a:t>Neck (PAN-FPN):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Spaja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značajke</a:t>
            </a:r>
            <a:r>
              <a:rPr lang="en" sz="1300">
                <a:latin typeface="Arial"/>
              </a:rPr>
              <a:t> s </a:t>
            </a:r>
            <a:r>
              <a:rPr lang="en" sz="1300" err="1">
                <a:latin typeface="Arial"/>
              </a:rPr>
              <a:t>različitih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razina</a:t>
            </a:r>
            <a:r>
              <a:rPr lang="en" sz="1300">
                <a:latin typeface="Arial"/>
              </a:rPr>
              <a:t>, </a:t>
            </a:r>
            <a:r>
              <a:rPr lang="en" sz="1300" err="1">
                <a:latin typeface="Arial"/>
              </a:rPr>
              <a:t>pomažući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prepoznavanju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objekata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raznih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veličina</a:t>
            </a:r>
            <a:r>
              <a:rPr lang="en" sz="1300">
                <a:latin typeface="Arial"/>
              </a:rPr>
              <a:t>.</a:t>
            </a:r>
          </a:p>
          <a:p>
            <a:pPr lvl="1">
              <a:lnSpc>
                <a:spcPct val="114999"/>
              </a:lnSpc>
            </a:pPr>
            <a:r>
              <a:rPr lang="en" sz="1300" b="1">
                <a:latin typeface="Arial"/>
              </a:rPr>
              <a:t>Decoupled Head: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Odvojeno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klasificira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objekte</a:t>
            </a:r>
            <a:r>
              <a:rPr lang="en" sz="1300">
                <a:latin typeface="Arial"/>
              </a:rPr>
              <a:t> (</a:t>
            </a:r>
            <a:r>
              <a:rPr lang="en" sz="1300" err="1">
                <a:latin typeface="Arial"/>
              </a:rPr>
              <a:t>što</a:t>
            </a:r>
            <a:r>
              <a:rPr lang="en" sz="1300">
                <a:latin typeface="Arial"/>
              </a:rPr>
              <a:t> je?) </a:t>
            </a:r>
            <a:r>
              <a:rPr lang="en" sz="1300" err="1">
                <a:latin typeface="Arial"/>
              </a:rPr>
              <a:t>i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lokalizira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ih</a:t>
            </a:r>
            <a:r>
              <a:rPr lang="en" sz="1300">
                <a:latin typeface="Arial"/>
              </a:rPr>
              <a:t> (</a:t>
            </a:r>
            <a:r>
              <a:rPr lang="en" sz="1300" err="1">
                <a:latin typeface="Arial"/>
              </a:rPr>
              <a:t>gdje</a:t>
            </a:r>
            <a:r>
              <a:rPr lang="en" sz="1300">
                <a:latin typeface="Arial"/>
              </a:rPr>
              <a:t> je?), </a:t>
            </a:r>
            <a:r>
              <a:rPr lang="en" sz="1300" err="1">
                <a:latin typeface="Arial"/>
              </a:rPr>
              <a:t>poboljšavajući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preciznost</a:t>
            </a:r>
            <a:r>
              <a:rPr lang="en" sz="1300">
                <a:latin typeface="Arial"/>
              </a:rPr>
              <a:t>.</a:t>
            </a:r>
          </a:p>
          <a:p>
            <a:pPr lvl="1">
              <a:lnSpc>
                <a:spcPct val="114999"/>
              </a:lnSpc>
            </a:pPr>
            <a:r>
              <a:rPr lang="en" sz="1300" b="1">
                <a:latin typeface="Arial"/>
              </a:rPr>
              <a:t>Anchor-free </a:t>
            </a:r>
            <a:r>
              <a:rPr lang="en" sz="1300" b="1" err="1">
                <a:latin typeface="Arial"/>
              </a:rPr>
              <a:t>dizajn</a:t>
            </a:r>
            <a:r>
              <a:rPr lang="en" sz="1300" b="1">
                <a:latin typeface="Arial"/>
              </a:rPr>
              <a:t>: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Pojednostavljuje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treniranje</a:t>
            </a:r>
            <a:r>
              <a:rPr lang="en" sz="1300">
                <a:latin typeface="Arial"/>
              </a:rPr>
              <a:t> </a:t>
            </a:r>
            <a:r>
              <a:rPr lang="en" sz="1300" err="1">
                <a:latin typeface="Arial"/>
              </a:rPr>
              <a:t>modela</a:t>
            </a:r>
            <a:r>
              <a:rPr lang="en" sz="1300">
                <a:latin typeface="Arial"/>
              </a:rPr>
              <a:t>.</a:t>
            </a:r>
          </a:p>
          <a:p>
            <a:pPr marL="285750" lvl="0" indent="-2857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</a:pPr>
            <a:endParaRPr lang="en"/>
          </a:p>
          <a:p>
            <a:pPr marL="285750" lvl="0" indent="-285750" algn="l" rtl="0">
              <a:lnSpc>
                <a:spcPct val="114999"/>
              </a:lnSpc>
              <a:spcAft>
                <a:spcPts val="0"/>
              </a:spcAft>
            </a:pPr>
            <a:endParaRPr lang="en">
              <a:latin typeface="Arial"/>
            </a:endParaRPr>
          </a:p>
          <a:p>
            <a:pPr marL="0" indent="0">
              <a:lnSpc>
                <a:spcPct val="114999"/>
              </a:lnSpc>
              <a:buNone/>
            </a:pPr>
            <a:endParaRPr lang="en">
              <a:latin typeface="Arial"/>
              <a:cs typeface="Golos Text Medium"/>
            </a:endParaRPr>
          </a:p>
          <a:p>
            <a:pPr marL="0" indent="0">
              <a:spcBef>
                <a:spcPts val="1000"/>
              </a:spcBef>
              <a:buNone/>
            </a:pPr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3E69CBE5-CC31-0E46-6396-B5246320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0C10BD-1542-F713-FB31-8898A915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59" y="0"/>
            <a:ext cx="4590893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B5CF88-0CA5-9830-6B0C-1BCA517E9E98}"/>
              </a:ext>
            </a:extLst>
          </p:cNvPr>
          <p:cNvSpPr txBox="1"/>
          <p:nvPr/>
        </p:nvSpPr>
        <p:spPr>
          <a:xfrm>
            <a:off x="5285873" y="267702"/>
            <a:ext cx="352525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300"/>
              <a:t>YOLOv8 </a:t>
            </a:r>
            <a:r>
              <a:rPr lang="en-US" sz="1300" err="1"/>
              <a:t>arhitektura</a:t>
            </a:r>
            <a:r>
              <a:rPr lang="en-US" sz="1300"/>
              <a:t> je </a:t>
            </a:r>
            <a:r>
              <a:rPr lang="en-US" sz="1300" err="1"/>
              <a:t>podijeljena</a:t>
            </a:r>
            <a:r>
              <a:rPr lang="en-US" sz="1300"/>
              <a:t> </a:t>
            </a:r>
            <a:r>
              <a:rPr lang="en-US" sz="1300" err="1"/>
              <a:t>na</a:t>
            </a:r>
            <a:r>
              <a:rPr lang="en-US" sz="1300"/>
              <a:t> tri </a:t>
            </a:r>
            <a:r>
              <a:rPr lang="en-US" sz="1300" err="1"/>
              <a:t>ključne</a:t>
            </a:r>
            <a:r>
              <a:rPr lang="en-US" sz="1300"/>
              <a:t>, </a:t>
            </a:r>
            <a:r>
              <a:rPr lang="en-US" sz="1300" err="1"/>
              <a:t>modularne</a:t>
            </a:r>
            <a:r>
              <a:rPr lang="en-US" sz="1300"/>
              <a:t> </a:t>
            </a:r>
            <a:r>
              <a:rPr lang="en-US" sz="1300" err="1"/>
              <a:t>komponente</a:t>
            </a:r>
            <a:r>
              <a:rPr lang="en-US" sz="1300"/>
              <a:t>: Backbone, Neck </a:t>
            </a:r>
            <a:r>
              <a:rPr lang="en-US" sz="1300" err="1"/>
              <a:t>i</a:t>
            </a:r>
            <a:r>
              <a:rPr lang="en-US" sz="1300"/>
              <a:t> Head.</a:t>
            </a:r>
          </a:p>
          <a:p>
            <a:pPr marL="285750" indent="-285750">
              <a:buChar char="•"/>
            </a:pPr>
            <a:endParaRPr lang="en-US" sz="1300"/>
          </a:p>
          <a:p>
            <a:pPr marL="285750" indent="-285750">
              <a:buChar char="•"/>
            </a:pPr>
            <a:r>
              <a:rPr lang="en-US" sz="1300"/>
              <a:t>Backbone </a:t>
            </a:r>
            <a:r>
              <a:rPr lang="en-US" sz="1300" err="1"/>
              <a:t>služi</a:t>
            </a:r>
            <a:r>
              <a:rPr lang="en-US" sz="1300"/>
              <a:t> </a:t>
            </a:r>
            <a:r>
              <a:rPr lang="en-US" sz="1300" err="1"/>
              <a:t>kao</a:t>
            </a:r>
            <a:r>
              <a:rPr lang="en-US" sz="1300"/>
              <a:t> </a:t>
            </a:r>
            <a:r>
              <a:rPr lang="en-US" sz="1300" b="1" err="1"/>
              <a:t>ekstraktor</a:t>
            </a:r>
            <a:r>
              <a:rPr lang="en-US" sz="1300" b="1"/>
              <a:t> </a:t>
            </a:r>
            <a:r>
              <a:rPr lang="en-US" sz="1300" b="1" err="1"/>
              <a:t>značajki</a:t>
            </a:r>
            <a:r>
              <a:rPr lang="en-US" sz="1300"/>
              <a:t>, </a:t>
            </a:r>
            <a:r>
              <a:rPr lang="en-US" sz="1300" err="1"/>
              <a:t>progresivno</a:t>
            </a:r>
            <a:r>
              <a:rPr lang="en-US" sz="1300"/>
              <a:t> </a:t>
            </a:r>
            <a:r>
              <a:rPr lang="en-US" sz="1300" err="1"/>
              <a:t>izvlačeći</a:t>
            </a:r>
            <a:r>
              <a:rPr lang="en-US" sz="1300"/>
              <a:t> </a:t>
            </a:r>
            <a:r>
              <a:rPr lang="en-US" sz="1300" err="1"/>
              <a:t>sve</a:t>
            </a:r>
            <a:r>
              <a:rPr lang="en-US" sz="1300"/>
              <a:t> </a:t>
            </a:r>
            <a:r>
              <a:rPr lang="en-US" sz="1300" err="1"/>
              <a:t>kompleksnije</a:t>
            </a:r>
            <a:r>
              <a:rPr lang="en-US" sz="1300"/>
              <a:t> </a:t>
            </a:r>
            <a:r>
              <a:rPr lang="en-US" sz="1300" err="1"/>
              <a:t>informacije</a:t>
            </a:r>
            <a:r>
              <a:rPr lang="en-US" sz="1300"/>
              <a:t> </a:t>
            </a:r>
            <a:r>
              <a:rPr lang="en-US" sz="1300" err="1"/>
              <a:t>iz</a:t>
            </a:r>
            <a:r>
              <a:rPr lang="en-US" sz="1300"/>
              <a:t> </a:t>
            </a:r>
            <a:r>
              <a:rPr lang="en-US" sz="1300" err="1"/>
              <a:t>ulazne</a:t>
            </a:r>
            <a:r>
              <a:rPr lang="en-US" sz="1300"/>
              <a:t> </a:t>
            </a:r>
            <a:r>
              <a:rPr lang="en-US" sz="1300" err="1"/>
              <a:t>slike</a:t>
            </a:r>
            <a:endParaRPr lang="en-US" sz="1300"/>
          </a:p>
          <a:p>
            <a:pPr marL="285750" indent="-285750">
              <a:buChar char="•"/>
            </a:pPr>
            <a:endParaRPr lang="en-US" sz="1300"/>
          </a:p>
          <a:p>
            <a:pPr marL="285750" indent="-285750">
              <a:buChar char="•"/>
            </a:pPr>
            <a:r>
              <a:rPr lang="en-US" sz="1300" b="1"/>
              <a:t>Neck </a:t>
            </a:r>
            <a:r>
              <a:rPr lang="en-US" sz="1300" b="1" err="1"/>
              <a:t>komponenta</a:t>
            </a:r>
            <a:r>
              <a:rPr lang="en-US" sz="1300" b="1"/>
              <a:t> je </a:t>
            </a:r>
            <a:r>
              <a:rPr lang="en-US" sz="1300" b="1" err="1"/>
              <a:t>zadužena</a:t>
            </a:r>
            <a:r>
              <a:rPr lang="en-US" sz="1300" b="1"/>
              <a:t> za </a:t>
            </a:r>
            <a:r>
              <a:rPr lang="en-US" sz="1300" b="1" err="1"/>
              <a:t>inteligentnu</a:t>
            </a:r>
            <a:r>
              <a:rPr lang="en-US" sz="1300" b="1"/>
              <a:t> </a:t>
            </a:r>
            <a:r>
              <a:rPr lang="en-US" sz="1300" b="1" err="1"/>
              <a:t>agregaciju</a:t>
            </a:r>
            <a:r>
              <a:rPr lang="en-US" sz="1300" b="1"/>
              <a:t> </a:t>
            </a:r>
            <a:r>
              <a:rPr lang="en-US" sz="1300" b="1" err="1"/>
              <a:t>i</a:t>
            </a:r>
            <a:r>
              <a:rPr lang="en-US" sz="1300" b="1"/>
              <a:t> </a:t>
            </a:r>
            <a:r>
              <a:rPr lang="en-US" sz="1300" b="1" err="1"/>
              <a:t>obogaćivanje</a:t>
            </a:r>
            <a:r>
              <a:rPr lang="en-US" sz="1300" b="1"/>
              <a:t> </a:t>
            </a:r>
            <a:r>
              <a:rPr lang="en-US" sz="1300" b="1" err="1"/>
              <a:t>značajki</a:t>
            </a:r>
            <a:r>
              <a:rPr lang="en-US" sz="1300"/>
              <a:t> </a:t>
            </a:r>
            <a:r>
              <a:rPr lang="en-US" sz="1300" err="1"/>
              <a:t>generiranih</a:t>
            </a:r>
            <a:r>
              <a:rPr lang="en-US" sz="1300"/>
              <a:t> od </a:t>
            </a:r>
            <a:r>
              <a:rPr lang="en-US" sz="1300" err="1"/>
              <a:t>strane</a:t>
            </a:r>
            <a:r>
              <a:rPr lang="en-US" sz="1300"/>
              <a:t> </a:t>
            </a:r>
            <a:r>
              <a:rPr lang="en-US" sz="1300" err="1"/>
              <a:t>Backbonea</a:t>
            </a:r>
            <a:r>
              <a:rPr lang="en-US" sz="1300"/>
              <a:t>.</a:t>
            </a:r>
          </a:p>
          <a:p>
            <a:pPr marL="285750" indent="-285750">
              <a:buChar char="•"/>
            </a:pPr>
            <a:endParaRPr lang="en-US" sz="1300"/>
          </a:p>
          <a:p>
            <a:pPr marL="285750" indent="-285750">
              <a:buChar char="•"/>
            </a:pPr>
            <a:r>
              <a:rPr lang="en-US" sz="1300"/>
              <a:t>Head je </a:t>
            </a:r>
            <a:r>
              <a:rPr lang="en-US" sz="1300" err="1"/>
              <a:t>završni</a:t>
            </a:r>
            <a:r>
              <a:rPr lang="en-US" sz="1300"/>
              <a:t> </a:t>
            </a:r>
            <a:r>
              <a:rPr lang="en-US" sz="1300" err="1"/>
              <a:t>dio</a:t>
            </a:r>
            <a:r>
              <a:rPr lang="en-US" sz="1300"/>
              <a:t> YOLOv8 </a:t>
            </a:r>
            <a:r>
              <a:rPr lang="en-US" sz="1300" err="1"/>
              <a:t>arhitekture</a:t>
            </a:r>
            <a:r>
              <a:rPr lang="en-US" sz="1300"/>
              <a:t> koji </a:t>
            </a:r>
            <a:r>
              <a:rPr lang="en-US" sz="1300" err="1"/>
              <a:t>pretvara</a:t>
            </a:r>
            <a:r>
              <a:rPr lang="en-US" sz="1300"/>
              <a:t> </a:t>
            </a:r>
            <a:r>
              <a:rPr lang="en-US" sz="1300" err="1"/>
              <a:t>obrađene</a:t>
            </a:r>
            <a:r>
              <a:rPr lang="en-US" sz="1300"/>
              <a:t> </a:t>
            </a:r>
            <a:r>
              <a:rPr lang="en-US" sz="1300" err="1"/>
              <a:t>značajke</a:t>
            </a:r>
            <a:r>
              <a:rPr lang="en-US" sz="1300"/>
              <a:t> </a:t>
            </a:r>
            <a:r>
              <a:rPr lang="en-US" sz="1300" err="1"/>
              <a:t>iz</a:t>
            </a:r>
            <a:r>
              <a:rPr lang="en-US" sz="1300"/>
              <a:t> </a:t>
            </a:r>
            <a:r>
              <a:rPr lang="en-US" sz="1300" err="1"/>
              <a:t>Necka</a:t>
            </a:r>
            <a:r>
              <a:rPr lang="en-US" sz="1300"/>
              <a:t> u </a:t>
            </a:r>
            <a:r>
              <a:rPr lang="en-US" sz="1300" err="1"/>
              <a:t>konačna</a:t>
            </a:r>
            <a:r>
              <a:rPr lang="en-US" sz="1300"/>
              <a:t> </a:t>
            </a:r>
            <a:r>
              <a:rPr lang="en-US" sz="1300" err="1"/>
              <a:t>predviđanja</a:t>
            </a:r>
            <a:r>
              <a:rPr lang="en-US" sz="1300"/>
              <a:t>.</a:t>
            </a:r>
          </a:p>
          <a:p>
            <a:pPr marL="285750" indent="-285750">
              <a:buChar char="•"/>
            </a:pPr>
            <a:endParaRPr lang="en-US" sz="1300"/>
          </a:p>
          <a:p>
            <a:pPr marL="285750" indent="-285750">
              <a:buChar char="•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61414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D9FCDB29-4F5F-7A44-2FA7-D923D7E8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1A671451-2685-32ED-AAA3-B04CC1C4C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916" y="234211"/>
            <a:ext cx="8104926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Prednosti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Mane YOLOv8 u </a:t>
            </a:r>
            <a:r>
              <a:rPr lang="en" sz="2800" err="1">
                <a:solidFill>
                  <a:schemeClr val="tx1"/>
                </a:solidFill>
              </a:rPr>
              <a:t>Našem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Projektu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12F90-52A6-BEA3-5B32-A71355F83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600" err="1"/>
              <a:t>Prednosti</a:t>
            </a:r>
            <a:r>
              <a:rPr lang="en-US" sz="1600"/>
              <a:t> YOLOv8:</a:t>
            </a:r>
          </a:p>
          <a:p>
            <a:pPr>
              <a:lnSpc>
                <a:spcPct val="114999"/>
              </a:lnSpc>
            </a:pPr>
            <a:r>
              <a:rPr lang="en-US" b="1" err="1"/>
              <a:t>Brzina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učinkovitost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Omogućuje</a:t>
            </a:r>
            <a:r>
              <a:rPr lang="en-US"/>
              <a:t> </a:t>
            </a:r>
            <a:r>
              <a:rPr lang="en-US" err="1"/>
              <a:t>gotovo</a:t>
            </a:r>
            <a:r>
              <a:rPr lang="en-US"/>
              <a:t> </a:t>
            </a:r>
            <a:r>
              <a:rPr lang="en-US" b="1"/>
              <a:t>real-time </a:t>
            </a:r>
            <a:r>
              <a:rPr lang="en-US" b="1" err="1"/>
              <a:t>detekciju</a:t>
            </a:r>
            <a:endParaRPr lang="en-US" b="1"/>
          </a:p>
          <a:p>
            <a:pPr>
              <a:lnSpc>
                <a:spcPct val="114999"/>
              </a:lnSpc>
            </a:pPr>
            <a:r>
              <a:rPr lang="en-US" b="1"/>
              <a:t>Visoka </a:t>
            </a:r>
            <a:r>
              <a:rPr lang="en-US" b="1" err="1"/>
              <a:t>preciznost</a:t>
            </a:r>
            <a:endParaRPr lang="en-US" err="1"/>
          </a:p>
          <a:p>
            <a:pPr>
              <a:lnSpc>
                <a:spcPct val="114999"/>
              </a:lnSpc>
            </a:pPr>
            <a:r>
              <a:rPr lang="en-US" b="1" err="1"/>
              <a:t>Učenje</a:t>
            </a:r>
            <a:r>
              <a:rPr lang="en-US" b="1"/>
              <a:t> </a:t>
            </a:r>
            <a:r>
              <a:rPr lang="en-US" b="1" err="1"/>
              <a:t>prijenosom</a:t>
            </a:r>
            <a:r>
              <a:rPr lang="en-US" b="1"/>
              <a:t> (Transfer Learning)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b="1" err="1"/>
              <a:t>Robusnost</a:t>
            </a:r>
            <a:endParaRPr lang="en-US" b="1"/>
          </a:p>
          <a:p>
            <a:pPr>
              <a:lnSpc>
                <a:spcPct val="114999"/>
              </a:lnSpc>
            </a:pPr>
            <a:r>
              <a:rPr lang="en-US" b="1" err="1"/>
              <a:t>Fleksibilnost</a:t>
            </a:r>
            <a:endParaRPr lang="en-US" b="1"/>
          </a:p>
          <a:p>
            <a:pPr marL="139700" indent="0">
              <a:lnSpc>
                <a:spcPct val="114999"/>
              </a:lnSpc>
              <a:buNone/>
            </a:pPr>
            <a:endParaRPr lang="en-US" b="1"/>
          </a:p>
          <a:p>
            <a:pPr marL="139700" indent="0">
              <a:lnSpc>
                <a:spcPct val="114999"/>
              </a:lnSpc>
              <a:buNone/>
            </a:pPr>
            <a:r>
              <a:rPr lang="en-US" sz="1600" err="1"/>
              <a:t>Potencijalne</a:t>
            </a:r>
            <a:r>
              <a:rPr lang="en-US" sz="1600"/>
              <a:t> Mane YOLOv8:</a:t>
            </a:r>
          </a:p>
          <a:p>
            <a:pPr>
              <a:lnSpc>
                <a:spcPct val="114999"/>
              </a:lnSpc>
            </a:pPr>
            <a:r>
              <a:rPr lang="en-US" b="1" err="1"/>
              <a:t>Zahtjevnost</a:t>
            </a:r>
            <a:r>
              <a:rPr lang="en-US" b="1"/>
              <a:t> </a:t>
            </a:r>
            <a:r>
              <a:rPr lang="en-US" b="1" err="1"/>
              <a:t>resursa</a:t>
            </a:r>
            <a:endParaRPr lang="en-US" b="1"/>
          </a:p>
          <a:p>
            <a:pPr>
              <a:lnSpc>
                <a:spcPct val="114999"/>
              </a:lnSpc>
            </a:pPr>
            <a:r>
              <a:rPr lang="en-US" b="1" err="1"/>
              <a:t>Osjetljivost</a:t>
            </a:r>
            <a:r>
              <a:rPr lang="en-US" b="1"/>
              <a:t>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rijetke</a:t>
            </a:r>
            <a:r>
              <a:rPr lang="en-US" b="1"/>
              <a:t> </a:t>
            </a:r>
            <a:r>
              <a:rPr lang="en-US" b="1" err="1"/>
              <a:t>pozicije</a:t>
            </a:r>
            <a:r>
              <a:rPr lang="en-US" b="1"/>
              <a:t>/scene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b="1" err="1"/>
              <a:t>Kompleksnost</a:t>
            </a:r>
            <a:r>
              <a:rPr lang="en-US" b="1"/>
              <a:t> </a:t>
            </a:r>
            <a:r>
              <a:rPr lang="en-US" b="1" err="1"/>
              <a:t>interpretacije</a:t>
            </a:r>
            <a:endParaRPr lang="en-US" err="1"/>
          </a:p>
        </p:txBody>
      </p:sp>
      <p:pic>
        <p:nvPicPr>
          <p:cNvPr id="456" name="Picture 455">
            <a:extLst>
              <a:ext uri="{FF2B5EF4-FFF2-40B4-BE49-F238E27FC236}">
                <a16:creationId xmlns:a16="http://schemas.microsoft.com/office/drawing/2014/main" id="{48BA08A2-AA0A-42A4-677D-C1A3C00CA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1" y="4436269"/>
            <a:ext cx="84772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6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E0D843F5-31E9-95C9-B8F5-6961B431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DE36A575-E255-F709-86D3-F936B52E5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916" y="234211"/>
            <a:ext cx="8104926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Izazov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klasifikacije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starosne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dobi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medvjeda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F7DED-B9D0-8484-F0D7-ACB282C40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4999"/>
              </a:lnSpc>
            </a:pPr>
            <a:r>
              <a:rPr lang="en-US" sz="1600" b="1" err="1"/>
              <a:t>Više</a:t>
            </a:r>
            <a:r>
              <a:rPr lang="en-US" sz="1600" b="1"/>
              <a:t> od puke </a:t>
            </a:r>
            <a:r>
              <a:rPr lang="en-US" sz="1600" b="1" err="1"/>
              <a:t>detekcije</a:t>
            </a:r>
            <a:r>
              <a:rPr lang="en-US" sz="1600" b="1"/>
              <a:t>:</a:t>
            </a:r>
            <a:r>
              <a:rPr lang="en-US" sz="1600"/>
              <a:t> Projekt ne </a:t>
            </a:r>
            <a:r>
              <a:rPr lang="en-US" sz="1600" err="1"/>
              <a:t>samo</a:t>
            </a:r>
            <a:r>
              <a:rPr lang="en-US" sz="1600"/>
              <a:t> da </a:t>
            </a:r>
            <a:r>
              <a:rPr lang="en-US" sz="1600" err="1"/>
              <a:t>detektira</a:t>
            </a:r>
            <a:r>
              <a:rPr lang="en-US" sz="1600"/>
              <a:t> </a:t>
            </a:r>
            <a:r>
              <a:rPr lang="en-US" sz="1600" err="1"/>
              <a:t>medvjede</a:t>
            </a:r>
            <a:r>
              <a:rPr lang="en-US" sz="1600"/>
              <a:t>, </a:t>
            </a:r>
            <a:r>
              <a:rPr lang="en-US" sz="1600" err="1"/>
              <a:t>već</a:t>
            </a:r>
            <a:r>
              <a:rPr lang="en-US" sz="1600"/>
              <a:t> </a:t>
            </a:r>
            <a:r>
              <a:rPr lang="en-US" sz="1600" err="1"/>
              <a:t>ih</a:t>
            </a:r>
            <a:r>
              <a:rPr lang="en-US" sz="1600"/>
              <a:t> </a:t>
            </a:r>
            <a:r>
              <a:rPr lang="en-US" sz="1600" err="1"/>
              <a:t>i</a:t>
            </a:r>
            <a:r>
              <a:rPr lang="en-US" sz="1600"/>
              <a:t> </a:t>
            </a:r>
            <a:r>
              <a:rPr lang="en-US" sz="1600" err="1"/>
              <a:t>klasificira</a:t>
            </a:r>
            <a:r>
              <a:rPr lang="en-US" sz="1600"/>
              <a:t> </a:t>
            </a:r>
            <a:r>
              <a:rPr lang="en-US" sz="1600" err="1"/>
              <a:t>kao</a:t>
            </a:r>
            <a:r>
              <a:rPr lang="en-US" sz="1600"/>
              <a:t>: </a:t>
            </a:r>
            <a:endParaRPr lang="en-US"/>
          </a:p>
          <a:p>
            <a:pPr marL="285750" indent="-285750">
              <a:lnSpc>
                <a:spcPct val="114999"/>
              </a:lnSpc>
            </a:pPr>
            <a:r>
              <a:rPr lang="en-US" sz="1600" b="1" err="1"/>
              <a:t>Mladunče</a:t>
            </a:r>
            <a:r>
              <a:rPr lang="en-US" sz="1600" b="1"/>
              <a:t> (</a:t>
            </a:r>
            <a:r>
              <a:rPr lang="en-US" sz="1600" b="1" err="1"/>
              <a:t>bear_juvenile</a:t>
            </a:r>
            <a:r>
              <a:rPr lang="en-US" sz="1600" b="1"/>
              <a:t>)</a:t>
            </a:r>
            <a:endParaRPr lang="en-US"/>
          </a:p>
          <a:p>
            <a:pPr marL="285750" indent="-285750">
              <a:lnSpc>
                <a:spcPct val="114999"/>
              </a:lnSpc>
            </a:pPr>
            <a:r>
              <a:rPr lang="en-US" sz="1600" b="1" err="1"/>
              <a:t>Odrasla</a:t>
            </a:r>
            <a:r>
              <a:rPr lang="en-US" sz="1600" b="1"/>
              <a:t> </a:t>
            </a:r>
            <a:r>
              <a:rPr lang="en-US" sz="1600" b="1" err="1"/>
              <a:t>jedinka</a:t>
            </a:r>
            <a:r>
              <a:rPr lang="en-US" sz="1600" b="1"/>
              <a:t> (</a:t>
            </a:r>
            <a:r>
              <a:rPr lang="en-US" sz="1600" b="1" err="1"/>
              <a:t>bear_adult</a:t>
            </a:r>
            <a:r>
              <a:rPr lang="en-US" sz="1600" b="1"/>
              <a:t>)</a:t>
            </a:r>
            <a:endParaRPr lang="en-US"/>
          </a:p>
          <a:p>
            <a:pPr marL="285750" indent="-285750">
              <a:lnSpc>
                <a:spcPct val="114999"/>
              </a:lnSpc>
            </a:pPr>
            <a:r>
              <a:rPr lang="en-US" sz="1600" b="1"/>
              <a:t>Problem fine-grained </a:t>
            </a:r>
            <a:r>
              <a:rPr lang="en-US" sz="1600" b="1" err="1"/>
              <a:t>vizualne</a:t>
            </a:r>
            <a:r>
              <a:rPr lang="en-US" sz="1600" b="1"/>
              <a:t> </a:t>
            </a:r>
            <a:r>
              <a:rPr lang="en-US" sz="1600" b="1" err="1"/>
              <a:t>klasifikacije</a:t>
            </a:r>
            <a:r>
              <a:rPr lang="en-US" sz="1600" b="1"/>
              <a:t>:</a:t>
            </a:r>
            <a:r>
              <a:rPr lang="en-US" sz="1600"/>
              <a:t> </a:t>
            </a:r>
            <a:r>
              <a:rPr lang="en-US" sz="1600" err="1"/>
              <a:t>Zahtijeva</a:t>
            </a:r>
            <a:r>
              <a:rPr lang="en-US" sz="1600"/>
              <a:t> </a:t>
            </a:r>
            <a:r>
              <a:rPr lang="en-US" sz="1600" err="1"/>
              <a:t>prepoznavanje</a:t>
            </a:r>
            <a:r>
              <a:rPr lang="en-US" sz="1600"/>
              <a:t> </a:t>
            </a:r>
            <a:r>
              <a:rPr lang="en-US" sz="1600" err="1"/>
              <a:t>suptilnih</a:t>
            </a:r>
            <a:r>
              <a:rPr lang="en-US" sz="1600"/>
              <a:t> </a:t>
            </a:r>
            <a:r>
              <a:rPr lang="en-US" sz="1600" err="1"/>
              <a:t>morfoloških</a:t>
            </a:r>
            <a:r>
              <a:rPr lang="en-US" sz="1600"/>
              <a:t> </a:t>
            </a:r>
            <a:r>
              <a:rPr lang="en-US" sz="1600" err="1"/>
              <a:t>razlika</a:t>
            </a:r>
            <a:r>
              <a:rPr lang="en-US" sz="1600"/>
              <a:t>: </a:t>
            </a:r>
            <a:endParaRPr lang="en-US"/>
          </a:p>
          <a:p>
            <a:pPr lvl="1">
              <a:lnSpc>
                <a:spcPct val="114999"/>
              </a:lnSpc>
            </a:pPr>
            <a:r>
              <a:rPr lang="en-US" sz="1600" err="1"/>
              <a:t>Veličina</a:t>
            </a:r>
            <a:r>
              <a:rPr lang="en-US" sz="1600"/>
              <a:t> </a:t>
            </a:r>
            <a:r>
              <a:rPr lang="en-US" sz="1600" err="1"/>
              <a:t>tijela</a:t>
            </a:r>
            <a:endParaRPr lang="en-US" err="1"/>
          </a:p>
          <a:p>
            <a:pPr lvl="1">
              <a:lnSpc>
                <a:spcPct val="114999"/>
              </a:lnSpc>
            </a:pPr>
            <a:r>
              <a:rPr lang="en-US" sz="1600" err="1"/>
              <a:t>Proporcije</a:t>
            </a:r>
            <a:r>
              <a:rPr lang="en-US" sz="1600"/>
              <a:t> </a:t>
            </a:r>
            <a:r>
              <a:rPr lang="en-US" sz="1600" err="1"/>
              <a:t>glave</a:t>
            </a:r>
            <a:endParaRPr lang="en-US" err="1"/>
          </a:p>
          <a:p>
            <a:pPr lvl="1">
              <a:lnSpc>
                <a:spcPct val="114999"/>
              </a:lnSpc>
            </a:pPr>
            <a:r>
              <a:rPr lang="en-US" sz="1600" err="1"/>
              <a:t>Korištene</a:t>
            </a:r>
            <a:r>
              <a:rPr lang="en-US" sz="1600"/>
              <a:t> </a:t>
            </a:r>
            <a:r>
              <a:rPr lang="en-US" sz="1600" err="1"/>
              <a:t>tehnologije</a:t>
            </a:r>
            <a:r>
              <a:rPr lang="en-US" sz="1600"/>
              <a:t> </a:t>
            </a:r>
            <a:r>
              <a:rPr lang="en-US" sz="1600" err="1"/>
              <a:t>i</a:t>
            </a:r>
            <a:r>
              <a:rPr lang="en-US" sz="1600"/>
              <a:t> </a:t>
            </a:r>
            <a:r>
              <a:rPr lang="en-US" sz="1600" err="1"/>
              <a:t>alati</a:t>
            </a:r>
          </a:p>
          <a:p>
            <a:pPr marL="139700" indent="0">
              <a:lnSpc>
                <a:spcPct val="114999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779124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AAC589C0-25E1-0C5B-40B2-DE5E2940F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F310A203-E8E2-3F96-1EA5-2CF988F445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6900" y="1039"/>
            <a:ext cx="8104926" cy="727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Korištene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tehnologije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alati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AB53C-774A-B07B-6332-36E10639F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525" y="824030"/>
            <a:ext cx="8417988" cy="3192264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1200" b="1" err="1"/>
              <a:t>PyTorch</a:t>
            </a:r>
            <a:r>
              <a:rPr lang="en-US" sz="1200" b="1"/>
              <a:t> Framework:</a:t>
            </a:r>
            <a:r>
              <a:rPr lang="en-US" sz="1200"/>
              <a:t> </a:t>
            </a:r>
            <a:endParaRPr lang="en-US" sz="1200">
              <a:latin typeface="Arial"/>
            </a:endParaRPr>
          </a:p>
          <a:p>
            <a:pPr lvl="1">
              <a:lnSpc>
                <a:spcPct val="114999"/>
              </a:lnSpc>
            </a:pPr>
            <a:r>
              <a:rPr lang="en-US" sz="1200" err="1"/>
              <a:t>Fleksibilan</a:t>
            </a:r>
            <a:r>
              <a:rPr lang="en-US" sz="1200"/>
              <a:t> </a:t>
            </a:r>
            <a:r>
              <a:rPr lang="en-US" sz="1200" err="1"/>
              <a:t>i</a:t>
            </a:r>
            <a:r>
              <a:rPr lang="en-US" sz="1200"/>
              <a:t> "Pythonic"</a:t>
            </a:r>
          </a:p>
          <a:p>
            <a:pPr lvl="1">
              <a:lnSpc>
                <a:spcPct val="114999"/>
              </a:lnSpc>
            </a:pPr>
            <a:r>
              <a:rPr lang="en-US" sz="1200" err="1"/>
              <a:t>Dinamički</a:t>
            </a:r>
            <a:r>
              <a:rPr lang="en-US" sz="1200"/>
              <a:t> </a:t>
            </a:r>
            <a:r>
              <a:rPr lang="en-US" sz="1200" err="1"/>
              <a:t>računski</a:t>
            </a:r>
            <a:r>
              <a:rPr lang="en-US" sz="1200"/>
              <a:t> </a:t>
            </a:r>
            <a:r>
              <a:rPr lang="en-US" sz="1200" err="1"/>
              <a:t>graf</a:t>
            </a:r>
            <a:r>
              <a:rPr lang="en-US" sz="1200"/>
              <a:t> za </a:t>
            </a:r>
            <a:r>
              <a:rPr lang="en-US" sz="1200" err="1"/>
              <a:t>lakši</a:t>
            </a:r>
            <a:r>
              <a:rPr lang="en-US" sz="1200"/>
              <a:t> </a:t>
            </a:r>
            <a:r>
              <a:rPr lang="en-US" sz="1200" err="1"/>
              <a:t>razvoj</a:t>
            </a:r>
            <a:r>
              <a:rPr lang="en-US" sz="1200"/>
              <a:t> </a:t>
            </a:r>
            <a:r>
              <a:rPr lang="en-US" sz="1200" err="1"/>
              <a:t>i</a:t>
            </a:r>
            <a:r>
              <a:rPr lang="en-US" sz="1200"/>
              <a:t> </a:t>
            </a:r>
            <a:r>
              <a:rPr lang="en-US" sz="1200" err="1"/>
              <a:t>debugiranje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200" b="1" err="1"/>
              <a:t>Ultralytics</a:t>
            </a:r>
            <a:r>
              <a:rPr lang="en-US" sz="1200" b="1"/>
              <a:t> </a:t>
            </a:r>
            <a:r>
              <a:rPr lang="en-US" sz="1200" b="1" err="1"/>
              <a:t>Biblioteka</a:t>
            </a:r>
            <a:r>
              <a:rPr lang="en-US" sz="1200" b="1"/>
              <a:t> (v8.3.156):</a:t>
            </a:r>
            <a:r>
              <a:rPr lang="en-US" sz="1200"/>
              <a:t> </a:t>
            </a:r>
          </a:p>
          <a:p>
            <a:pPr lvl="1">
              <a:lnSpc>
                <a:spcPct val="114999"/>
              </a:lnSpc>
            </a:pPr>
            <a:r>
              <a:rPr lang="en-US" sz="1200" err="1"/>
              <a:t>Visoko</a:t>
            </a:r>
            <a:r>
              <a:rPr lang="en-US" sz="1200"/>
              <a:t> </a:t>
            </a:r>
            <a:r>
              <a:rPr lang="en-US" sz="1200" err="1"/>
              <a:t>optimizirana</a:t>
            </a:r>
            <a:r>
              <a:rPr lang="en-US" sz="1200"/>
              <a:t> </a:t>
            </a:r>
            <a:r>
              <a:rPr lang="en-US" sz="1200" err="1"/>
              <a:t>biblioteka</a:t>
            </a:r>
            <a:r>
              <a:rPr lang="en-US" sz="1200"/>
              <a:t> za </a:t>
            </a:r>
            <a:r>
              <a:rPr lang="en-US" sz="1200" err="1"/>
              <a:t>implementaciju</a:t>
            </a:r>
            <a:r>
              <a:rPr lang="en-US" sz="1200"/>
              <a:t> YOLOv8 </a:t>
            </a:r>
            <a:r>
              <a:rPr lang="en-US" sz="1200" err="1"/>
              <a:t>modela</a:t>
            </a:r>
            <a:endParaRPr lang="en-US" sz="1200"/>
          </a:p>
          <a:p>
            <a:pPr lvl="1">
              <a:lnSpc>
                <a:spcPct val="114999"/>
              </a:lnSpc>
            </a:pPr>
            <a:r>
              <a:rPr lang="en-US" sz="1200" err="1"/>
              <a:t>Jednostavan</a:t>
            </a:r>
            <a:r>
              <a:rPr lang="en-US" sz="1200"/>
              <a:t> API, </a:t>
            </a:r>
            <a:r>
              <a:rPr lang="en-US" sz="1200" err="1"/>
              <a:t>automatska</a:t>
            </a:r>
            <a:r>
              <a:rPr lang="en-US" sz="1200"/>
              <a:t> </a:t>
            </a:r>
            <a:r>
              <a:rPr lang="en-US" sz="1200" err="1"/>
              <a:t>augmentacija</a:t>
            </a:r>
            <a:endParaRPr lang="en-US" sz="1200"/>
          </a:p>
          <a:p>
            <a:pPr>
              <a:lnSpc>
                <a:spcPct val="114999"/>
              </a:lnSpc>
            </a:pPr>
            <a:r>
              <a:rPr lang="en-US" sz="1200" b="1"/>
              <a:t>Google </a:t>
            </a:r>
            <a:r>
              <a:rPr lang="en-US" sz="1200" b="1" err="1"/>
              <a:t>Colab</a:t>
            </a:r>
            <a:r>
              <a:rPr lang="en-US" sz="1200" b="1"/>
              <a:t> &amp; NVIDIA Tesla T4 GPU:</a:t>
            </a:r>
            <a:r>
              <a:rPr lang="en-US" sz="1200"/>
              <a:t> </a:t>
            </a:r>
          </a:p>
          <a:p>
            <a:pPr lvl="1">
              <a:lnSpc>
                <a:spcPct val="114999"/>
              </a:lnSpc>
            </a:pPr>
            <a:r>
              <a:rPr lang="en-US" sz="1200"/>
              <a:t>NVIDIA Tesla T4 GPU (16 GB VRAM) s CUDA 12.4 </a:t>
            </a:r>
            <a:r>
              <a:rPr lang="en-US" sz="1200" err="1"/>
              <a:t>i</a:t>
            </a:r>
            <a:r>
              <a:rPr lang="en-US" sz="1200"/>
              <a:t> </a:t>
            </a:r>
            <a:r>
              <a:rPr lang="en-US" sz="1200" err="1"/>
              <a:t>cuDNN</a:t>
            </a:r>
            <a:r>
              <a:rPr lang="en-US" sz="1200"/>
              <a:t> za </a:t>
            </a:r>
            <a:r>
              <a:rPr lang="en-US" sz="1200" err="1"/>
              <a:t>efikasno</a:t>
            </a:r>
            <a:r>
              <a:rPr lang="en-US" sz="1200"/>
              <a:t> </a:t>
            </a:r>
            <a:r>
              <a:rPr lang="en-US" sz="1200" err="1"/>
              <a:t>izvršavanje</a:t>
            </a:r>
            <a:r>
              <a:rPr lang="en-US" sz="1200"/>
              <a:t> </a:t>
            </a:r>
            <a:r>
              <a:rPr lang="en-US" sz="1200" err="1"/>
              <a:t>matričnih</a:t>
            </a:r>
            <a:r>
              <a:rPr lang="en-US" sz="1200"/>
              <a:t> </a:t>
            </a:r>
            <a:r>
              <a:rPr lang="en-US" sz="1200" err="1"/>
              <a:t>operacija</a:t>
            </a:r>
            <a:r>
              <a:rPr lang="en-US" sz="1200"/>
              <a:t> </a:t>
            </a:r>
            <a:r>
              <a:rPr lang="en-US" sz="1200" err="1"/>
              <a:t>i</a:t>
            </a:r>
            <a:r>
              <a:rPr lang="en-US" sz="1200"/>
              <a:t> </a:t>
            </a:r>
            <a:r>
              <a:rPr lang="en-US" sz="1200" err="1"/>
              <a:t>konvolucija</a:t>
            </a:r>
            <a:endParaRPr lang="en-US" sz="1200"/>
          </a:p>
          <a:p>
            <a:pPr lvl="1">
              <a:lnSpc>
                <a:spcPct val="114999"/>
              </a:lnSpc>
            </a:pPr>
            <a:r>
              <a:rPr lang="en-US" sz="1200" err="1"/>
              <a:t>Omogućeno</a:t>
            </a:r>
            <a:r>
              <a:rPr lang="en-US" sz="1200"/>
              <a:t> </a:t>
            </a:r>
            <a:r>
              <a:rPr lang="en-US" sz="1200" err="1"/>
              <a:t>treniranje</a:t>
            </a:r>
            <a:r>
              <a:rPr lang="en-US" sz="1200"/>
              <a:t> </a:t>
            </a:r>
            <a:r>
              <a:rPr lang="en-US" sz="1200" err="1"/>
              <a:t>modela</a:t>
            </a:r>
            <a:r>
              <a:rPr lang="en-US" sz="1200"/>
              <a:t> s ~26 </a:t>
            </a:r>
            <a:r>
              <a:rPr lang="en-US" sz="1200" err="1"/>
              <a:t>milijuna</a:t>
            </a:r>
            <a:r>
              <a:rPr lang="en-US" sz="1200"/>
              <a:t> </a:t>
            </a:r>
            <a:r>
              <a:rPr lang="en-US" sz="1200" err="1"/>
              <a:t>parametara</a:t>
            </a:r>
            <a:r>
              <a:rPr lang="en-US" sz="1200"/>
              <a:t> u </a:t>
            </a:r>
            <a:r>
              <a:rPr lang="en-US" sz="1200" err="1"/>
              <a:t>prihvatljivom</a:t>
            </a:r>
            <a:r>
              <a:rPr lang="en-US" sz="1200"/>
              <a:t> </a:t>
            </a:r>
            <a:r>
              <a:rPr lang="en-US" sz="1200" err="1"/>
              <a:t>vremenu</a:t>
            </a:r>
            <a:endParaRPr lang="en-US" sz="1200"/>
          </a:p>
          <a:p>
            <a:pPr>
              <a:lnSpc>
                <a:spcPct val="114999"/>
              </a:lnSpc>
            </a:pPr>
            <a:r>
              <a:rPr lang="en-US" sz="1200" b="1"/>
              <a:t>Google Drive:</a:t>
            </a:r>
            <a:r>
              <a:rPr lang="en-US" sz="1200"/>
              <a:t> </a:t>
            </a:r>
          </a:p>
          <a:p>
            <a:pPr lvl="1">
              <a:lnSpc>
                <a:spcPct val="114999"/>
              </a:lnSpc>
            </a:pPr>
            <a:r>
              <a:rPr lang="en-US" sz="1200" err="1"/>
              <a:t>Perzistentno</a:t>
            </a:r>
            <a:r>
              <a:rPr lang="en-US" sz="1200"/>
              <a:t> </a:t>
            </a:r>
            <a:r>
              <a:rPr lang="en-US" sz="1200" err="1"/>
              <a:t>skladište</a:t>
            </a:r>
            <a:r>
              <a:rPr lang="en-US" sz="1200"/>
              <a:t> za </a:t>
            </a:r>
            <a:r>
              <a:rPr lang="en-US" sz="1200" err="1"/>
              <a:t>skup</a:t>
            </a:r>
            <a:r>
              <a:rPr lang="en-US" sz="1200"/>
              <a:t> </a:t>
            </a:r>
            <a:r>
              <a:rPr lang="en-US" sz="1200" err="1"/>
              <a:t>podataka</a:t>
            </a:r>
            <a:r>
              <a:rPr lang="en-US" sz="1200"/>
              <a:t>, YAML </a:t>
            </a:r>
            <a:r>
              <a:rPr lang="en-US" sz="1200" err="1"/>
              <a:t>konfiguracijske</a:t>
            </a:r>
            <a:r>
              <a:rPr lang="en-US" sz="1200"/>
              <a:t> </a:t>
            </a:r>
            <a:r>
              <a:rPr lang="en-US" sz="1200" err="1"/>
              <a:t>datoteke</a:t>
            </a:r>
            <a:r>
              <a:rPr lang="en-US" sz="1200"/>
              <a:t> </a:t>
            </a:r>
            <a:r>
              <a:rPr lang="en-US" sz="1200" err="1"/>
              <a:t>i</a:t>
            </a:r>
            <a:r>
              <a:rPr lang="en-US" sz="1200"/>
              <a:t> </a:t>
            </a:r>
            <a:r>
              <a:rPr lang="en-US" sz="1200" err="1"/>
              <a:t>sve</a:t>
            </a:r>
            <a:r>
              <a:rPr lang="en-US" sz="1200"/>
              <a:t> </a:t>
            </a:r>
            <a:r>
              <a:rPr lang="en-US" sz="1200" err="1"/>
              <a:t>artefakte</a:t>
            </a:r>
            <a:r>
              <a:rPr lang="en-US" sz="1200"/>
              <a:t> </a:t>
            </a:r>
            <a:r>
              <a:rPr lang="en-US" sz="1200" err="1"/>
              <a:t>treniranja</a:t>
            </a:r>
            <a:r>
              <a:rPr lang="en-US" sz="1200"/>
              <a:t> (</a:t>
            </a:r>
            <a:r>
              <a:rPr lang="en-US" sz="1200" err="1"/>
              <a:t>modeli</a:t>
            </a:r>
            <a:r>
              <a:rPr lang="en-US" sz="1200"/>
              <a:t>, </a:t>
            </a:r>
            <a:r>
              <a:rPr lang="en-US" sz="1200" err="1"/>
              <a:t>logovi</a:t>
            </a:r>
            <a:r>
              <a:rPr lang="en-US" sz="1200"/>
              <a:t>, </a:t>
            </a:r>
            <a:r>
              <a:rPr lang="en-US" sz="1200" err="1"/>
              <a:t>rezultati</a:t>
            </a:r>
            <a:r>
              <a:rPr lang="en-US" sz="1200"/>
              <a:t>)</a:t>
            </a:r>
          </a:p>
          <a:p>
            <a:pPr lvl="1">
              <a:lnSpc>
                <a:spcPct val="114999"/>
              </a:lnSpc>
            </a:pPr>
            <a:r>
              <a:rPr lang="en-US" sz="1200" err="1"/>
              <a:t>Osigurava</a:t>
            </a:r>
            <a:r>
              <a:rPr lang="en-US" sz="1200"/>
              <a:t> </a:t>
            </a:r>
            <a:r>
              <a:rPr lang="en-US" sz="1200" err="1"/>
              <a:t>ponovljivost</a:t>
            </a:r>
            <a:r>
              <a:rPr lang="en-US" sz="1200"/>
              <a:t> </a:t>
            </a:r>
            <a:r>
              <a:rPr lang="en-US" sz="1200" err="1"/>
              <a:t>eksperimenata</a:t>
            </a:r>
            <a:endParaRPr lang="en-US" sz="1200"/>
          </a:p>
          <a:p>
            <a:pPr>
              <a:lnSpc>
                <a:spcPct val="100000"/>
              </a:lnSpc>
            </a:pPr>
            <a:endParaRPr lang="en-US" sz="105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682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0C1F-E0ED-57FD-49F0-0BDA2ADC8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264558"/>
            <a:ext cx="8244578" cy="70740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2400" err="1"/>
              <a:t>Struktuiranje</a:t>
            </a:r>
            <a:r>
              <a:rPr lang="en-US" sz="2400"/>
              <a:t> </a:t>
            </a:r>
            <a:r>
              <a:rPr lang="en-US" sz="2400" err="1"/>
              <a:t>i</a:t>
            </a:r>
            <a:r>
              <a:rPr lang="en-US" sz="2400"/>
              <a:t> </a:t>
            </a:r>
            <a:r>
              <a:rPr lang="en-US" sz="2400" err="1"/>
              <a:t>Augmentacija</a:t>
            </a:r>
            <a:r>
              <a:rPr lang="en-US" sz="2400"/>
              <a:t> </a:t>
            </a:r>
            <a:r>
              <a:rPr lang="en-US" sz="2400" err="1"/>
              <a:t>podataka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6631E-3055-FAD9-4560-3C1550DE6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err="1">
                <a:solidFill>
                  <a:schemeClr val="accent3"/>
                </a:solidFill>
              </a:rPr>
              <a:t>Strukturiranje</a:t>
            </a:r>
            <a:r>
              <a:rPr lang="en-US" b="1">
                <a:solidFill>
                  <a:schemeClr val="accent3"/>
                </a:solidFill>
              </a:rPr>
              <a:t> </a:t>
            </a:r>
            <a:r>
              <a:rPr lang="en-US" b="1" err="1">
                <a:solidFill>
                  <a:schemeClr val="accent3"/>
                </a:solidFill>
              </a:rPr>
              <a:t>podataka</a:t>
            </a:r>
            <a:r>
              <a:rPr lang="en-US" b="1">
                <a:solidFill>
                  <a:schemeClr val="accent3"/>
                </a:solidFill>
              </a:rPr>
              <a:t> </a:t>
            </a:r>
            <a:r>
              <a:rPr lang="en-US" b="1" err="1">
                <a:solidFill>
                  <a:schemeClr val="accent3"/>
                </a:solidFill>
              </a:rPr>
              <a:t>i</a:t>
            </a:r>
            <a:r>
              <a:rPr lang="en-US" b="1">
                <a:solidFill>
                  <a:schemeClr val="accent3"/>
                </a:solidFill>
              </a:rPr>
              <a:t> </a:t>
            </a:r>
            <a:r>
              <a:rPr lang="en-US" b="1" err="1">
                <a:solidFill>
                  <a:schemeClr val="accent3"/>
                </a:solidFill>
              </a:rPr>
              <a:t>predobrada</a:t>
            </a:r>
            <a:r>
              <a:rPr lang="en-US" b="1">
                <a:solidFill>
                  <a:schemeClr val="accent3"/>
                </a:solidFill>
              </a:rPr>
              <a:t> (YOLO format):</a:t>
            </a:r>
            <a:r>
              <a:rPr lang="en-US">
                <a:solidFill>
                  <a:schemeClr val="accent3"/>
                </a:solidFill>
              </a:rPr>
              <a:t> </a:t>
            </a:r>
          </a:p>
          <a:p>
            <a:pPr>
              <a:lnSpc>
                <a:spcPct val="114999"/>
              </a:lnSpc>
            </a:pPr>
            <a:r>
              <a:rPr lang="en-US" b="1" err="1"/>
              <a:t>Promjena</a:t>
            </a:r>
            <a:r>
              <a:rPr lang="en-US" b="1"/>
              <a:t> </a:t>
            </a:r>
            <a:r>
              <a:rPr lang="en-US" b="1" err="1"/>
              <a:t>veličine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padding (Resizing and Padding):</a:t>
            </a:r>
            <a:r>
              <a:rPr lang="en-US"/>
              <a:t> Slike </a:t>
            </a:r>
            <a:r>
              <a:rPr lang="en-US" err="1"/>
              <a:t>skalirane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640x640 </a:t>
            </a:r>
            <a:r>
              <a:rPr lang="en-US" err="1"/>
              <a:t>piksela</a:t>
            </a:r>
            <a:r>
              <a:rPr lang="en-US"/>
              <a:t> </a:t>
            </a:r>
            <a:r>
              <a:rPr lang="en-US" err="1"/>
              <a:t>uz</a:t>
            </a:r>
            <a:r>
              <a:rPr lang="en-US"/>
              <a:t> </a:t>
            </a:r>
            <a:r>
              <a:rPr lang="en-US" err="1"/>
              <a:t>očuvanje</a:t>
            </a:r>
            <a:r>
              <a:rPr lang="en-US"/>
              <a:t> </a:t>
            </a:r>
            <a:r>
              <a:rPr lang="en-US" err="1"/>
              <a:t>omjera</a:t>
            </a:r>
            <a:r>
              <a:rPr lang="en-US"/>
              <a:t> (letterboxing).</a:t>
            </a:r>
          </a:p>
          <a:p>
            <a:pPr>
              <a:lnSpc>
                <a:spcPct val="114999"/>
              </a:lnSpc>
            </a:pPr>
            <a:r>
              <a:rPr lang="en-US" b="1" err="1"/>
              <a:t>Normalizacija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Vrijednosti</a:t>
            </a:r>
            <a:r>
              <a:rPr lang="en-US"/>
              <a:t> </a:t>
            </a:r>
            <a:r>
              <a:rPr lang="en-US" err="1"/>
              <a:t>piksela</a:t>
            </a:r>
            <a:r>
              <a:rPr lang="en-US"/>
              <a:t> </a:t>
            </a:r>
            <a:r>
              <a:rPr lang="en-US" err="1"/>
              <a:t>konvertirane</a:t>
            </a:r>
            <a:r>
              <a:rPr lang="en-US"/>
              <a:t> </a:t>
            </a:r>
            <a:r>
              <a:rPr lang="en-US" err="1"/>
              <a:t>iz</a:t>
            </a:r>
            <a:r>
              <a:rPr lang="en-US"/>
              <a:t> [0, 255] u [0.0, 1.0].</a:t>
            </a:r>
          </a:p>
          <a:p>
            <a:pPr>
              <a:lnSpc>
                <a:spcPct val="114999"/>
              </a:lnSpc>
            </a:pPr>
            <a:r>
              <a:rPr lang="en-US" b="1" err="1"/>
              <a:t>Konverzija</a:t>
            </a:r>
            <a:r>
              <a:rPr lang="en-US" b="1"/>
              <a:t> u </a:t>
            </a:r>
            <a:r>
              <a:rPr lang="en-US" b="1" err="1"/>
              <a:t>tenzore</a:t>
            </a:r>
            <a:r>
              <a:rPr lang="en-US" b="1"/>
              <a:t>:</a:t>
            </a:r>
            <a:r>
              <a:rPr lang="en-US"/>
              <a:t> Slike </a:t>
            </a:r>
            <a:r>
              <a:rPr lang="en-US" err="1"/>
              <a:t>pretvorene</a:t>
            </a:r>
            <a:r>
              <a:rPr lang="en-US"/>
              <a:t> u </a:t>
            </a:r>
            <a:r>
              <a:rPr lang="en-US" err="1"/>
              <a:t>PyTorch</a:t>
            </a:r>
            <a:r>
              <a:rPr lang="en-US"/>
              <a:t> </a:t>
            </a:r>
            <a:r>
              <a:rPr lang="en-US" err="1"/>
              <a:t>tenzore</a:t>
            </a:r>
            <a:r>
              <a:rPr lang="en-US"/>
              <a:t> (Batch, Channels, Height, Width) za GPU </a:t>
            </a:r>
            <a:r>
              <a:rPr lang="en-US" err="1"/>
              <a:t>obradu</a:t>
            </a:r>
            <a:r>
              <a:rPr lang="en-US"/>
              <a:t>.</a:t>
            </a:r>
          </a:p>
          <a:p>
            <a:pPr>
              <a:lnSpc>
                <a:spcPct val="114999"/>
              </a:lnSpc>
              <a:buNone/>
            </a:pPr>
            <a:r>
              <a:rPr lang="en-US" b="1" err="1">
                <a:solidFill>
                  <a:schemeClr val="accent3"/>
                </a:solidFill>
              </a:rPr>
              <a:t>Augmentacija</a:t>
            </a:r>
            <a:r>
              <a:rPr lang="en-US" b="1">
                <a:solidFill>
                  <a:schemeClr val="accent3"/>
                </a:solidFill>
              </a:rPr>
              <a:t> </a:t>
            </a:r>
            <a:r>
              <a:rPr lang="en-US" b="1" err="1">
                <a:solidFill>
                  <a:schemeClr val="accent3"/>
                </a:solidFill>
              </a:rPr>
              <a:t>podataka</a:t>
            </a:r>
            <a:r>
              <a:rPr lang="en-US" b="1">
                <a:solidFill>
                  <a:schemeClr val="accent3"/>
                </a:solidFill>
              </a:rPr>
              <a:t> (Online </a:t>
            </a:r>
            <a:r>
              <a:rPr lang="en-US" b="1" err="1">
                <a:solidFill>
                  <a:schemeClr val="accent3"/>
                </a:solidFill>
              </a:rPr>
              <a:t>augmentacija</a:t>
            </a:r>
            <a:r>
              <a:rPr lang="en-US" b="1">
                <a:solidFill>
                  <a:schemeClr val="accent3"/>
                </a:solidFill>
              </a:rPr>
              <a:t>):</a:t>
            </a:r>
            <a:r>
              <a:rPr lang="en-US">
                <a:solidFill>
                  <a:schemeClr val="accent3"/>
                </a:solidFill>
              </a:rPr>
              <a:t> </a:t>
            </a:r>
          </a:p>
          <a:p>
            <a:pPr marL="285750" indent="-285750">
              <a:lnSpc>
                <a:spcPct val="114999"/>
              </a:lnSpc>
            </a:pPr>
            <a:r>
              <a:rPr lang="en-US" err="1"/>
              <a:t>Povećava</a:t>
            </a:r>
            <a:r>
              <a:rPr lang="en-US"/>
              <a:t> </a:t>
            </a:r>
            <a:r>
              <a:rPr lang="en-US" err="1"/>
              <a:t>raznolikost</a:t>
            </a:r>
            <a:r>
              <a:rPr lang="en-US"/>
              <a:t> </a:t>
            </a:r>
            <a:r>
              <a:rPr lang="en-US" err="1"/>
              <a:t>skupa</a:t>
            </a:r>
            <a:r>
              <a:rPr lang="en-US"/>
              <a:t> </a:t>
            </a:r>
            <a:r>
              <a:rPr lang="en-US" err="1"/>
              <a:t>podataka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sprječava</a:t>
            </a:r>
            <a:r>
              <a:rPr lang="en-US"/>
              <a:t> overfitting.</a:t>
            </a:r>
          </a:p>
          <a:p>
            <a:pPr marL="285750" indent="-285750">
              <a:lnSpc>
                <a:spcPct val="114999"/>
              </a:lnSpc>
            </a:pPr>
            <a:r>
              <a:rPr lang="en-US" b="1" err="1"/>
              <a:t>Geometrijske</a:t>
            </a:r>
            <a:r>
              <a:rPr lang="en-US" b="1"/>
              <a:t> </a:t>
            </a:r>
            <a:r>
              <a:rPr lang="en-US" b="1" err="1"/>
              <a:t>transformacije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Rotacija</a:t>
            </a:r>
            <a:r>
              <a:rPr lang="en-US"/>
              <a:t> (do 15°), </a:t>
            </a:r>
            <a:r>
              <a:rPr lang="en-US" err="1"/>
              <a:t>horizontalno</a:t>
            </a:r>
            <a:r>
              <a:rPr lang="en-US"/>
              <a:t> </a:t>
            </a:r>
            <a:r>
              <a:rPr lang="en-US" err="1"/>
              <a:t>okretanje</a:t>
            </a:r>
            <a:r>
              <a:rPr lang="en-US"/>
              <a:t> (</a:t>
            </a:r>
            <a:r>
              <a:rPr lang="en-US" err="1"/>
              <a:t>fliplr</a:t>
            </a:r>
            <a:r>
              <a:rPr lang="en-US"/>
              <a:t> = 0.6), </a:t>
            </a:r>
            <a:r>
              <a:rPr lang="en-US" err="1"/>
              <a:t>skaliranje</a:t>
            </a:r>
            <a:r>
              <a:rPr lang="en-US"/>
              <a:t>, </a:t>
            </a:r>
            <a:r>
              <a:rPr lang="en-US" err="1"/>
              <a:t>translacija</a:t>
            </a:r>
            <a:r>
              <a:rPr lang="en-US"/>
              <a:t>.</a:t>
            </a:r>
          </a:p>
          <a:p>
            <a:pPr marL="285750" indent="-285750">
              <a:lnSpc>
                <a:spcPct val="114999"/>
              </a:lnSpc>
            </a:pPr>
            <a:r>
              <a:rPr lang="en-US" b="1" err="1"/>
              <a:t>Fotometrijske</a:t>
            </a:r>
            <a:r>
              <a:rPr lang="en-US" b="1"/>
              <a:t> </a:t>
            </a:r>
            <a:r>
              <a:rPr lang="en-US" b="1" err="1"/>
              <a:t>transformacije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Promjene</a:t>
            </a:r>
            <a:r>
              <a:rPr lang="en-US"/>
              <a:t> u </a:t>
            </a:r>
            <a:r>
              <a:rPr lang="en-US" err="1"/>
              <a:t>svjetlini</a:t>
            </a:r>
            <a:r>
              <a:rPr lang="en-US"/>
              <a:t>, </a:t>
            </a:r>
            <a:r>
              <a:rPr lang="en-US" err="1"/>
              <a:t>kontrastu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zasićenosti</a:t>
            </a:r>
            <a:r>
              <a:rPr lang="en-US"/>
              <a:t> (HSV </a:t>
            </a:r>
            <a:r>
              <a:rPr lang="en-US" err="1"/>
              <a:t>prostor</a:t>
            </a:r>
            <a:r>
              <a:rPr lang="en-US"/>
              <a:t> </a:t>
            </a:r>
            <a:r>
              <a:rPr lang="en-US" err="1"/>
              <a:t>boja</a:t>
            </a:r>
            <a:r>
              <a:rPr lang="en-US"/>
              <a:t>).</a:t>
            </a:r>
          </a:p>
          <a:p>
            <a:pPr marL="139700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 marL="139700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00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1F14-8637-765E-69D6-BCFDFD56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85964"/>
            <a:ext cx="8096600" cy="70740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/>
              <a:t>Proces </a:t>
            </a:r>
            <a:r>
              <a:rPr lang="en-US" err="1"/>
              <a:t>treniranja</a:t>
            </a:r>
            <a:r>
              <a:rPr lang="en-US"/>
              <a:t> </a:t>
            </a:r>
            <a:r>
              <a:rPr lang="en-US" err="1"/>
              <a:t>modela</a:t>
            </a:r>
            <a:r>
              <a:rPr lang="en-US"/>
              <a:t>: </a:t>
            </a:r>
            <a:r>
              <a:rPr lang="en-US" err="1"/>
              <a:t>Dvofazni</a:t>
            </a:r>
            <a:r>
              <a:rPr lang="en-US"/>
              <a:t> </a:t>
            </a:r>
            <a:r>
              <a:rPr lang="en-US" err="1"/>
              <a:t>pristup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87B99-13D5-82F1-1687-8999C6F39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4461" y="1017932"/>
            <a:ext cx="3070463" cy="3345590"/>
          </a:xfrm>
        </p:spPr>
        <p:txBody>
          <a:bodyPr/>
          <a:lstStyle/>
          <a:p>
            <a:pPr marL="139700" indent="0">
              <a:buNone/>
            </a:pPr>
            <a:r>
              <a:rPr lang="en-US" sz="1200" b="1" err="1"/>
              <a:t>Parametri</a:t>
            </a:r>
            <a:r>
              <a:rPr lang="en-US" sz="1200" b="1"/>
              <a:t>:</a:t>
            </a:r>
            <a:r>
              <a:rPr lang="en-US" sz="1200"/>
              <a:t> </a:t>
            </a:r>
          </a:p>
          <a:p>
            <a:pPr>
              <a:lnSpc>
                <a:spcPct val="114999"/>
              </a:lnSpc>
            </a:pPr>
            <a:r>
              <a:rPr lang="en-US" sz="1200"/>
              <a:t>100 </a:t>
            </a:r>
            <a:r>
              <a:rPr lang="en-US" sz="1200" err="1"/>
              <a:t>epoha</a:t>
            </a:r>
            <a:endParaRPr lang="en-US" sz="1200"/>
          </a:p>
          <a:p>
            <a:pPr>
              <a:lnSpc>
                <a:spcPct val="114999"/>
              </a:lnSpc>
            </a:pPr>
            <a:r>
              <a:rPr lang="en-US" sz="1200"/>
              <a:t>Visoka </a:t>
            </a:r>
            <a:r>
              <a:rPr lang="en-US" sz="1200" err="1"/>
              <a:t>stopa</a:t>
            </a:r>
            <a:r>
              <a:rPr lang="en-US" sz="1200"/>
              <a:t> </a:t>
            </a:r>
            <a:r>
              <a:rPr lang="en-US" sz="1200" err="1"/>
              <a:t>učenja</a:t>
            </a:r>
            <a:r>
              <a:rPr lang="en-US" sz="1200"/>
              <a:t> (</a:t>
            </a:r>
            <a:r>
              <a:rPr lang="en-US" sz="1200" err="1"/>
              <a:t>lr</a:t>
            </a:r>
            <a:r>
              <a:rPr lang="en-US" sz="1200"/>
              <a:t>=0.01)</a:t>
            </a:r>
          </a:p>
          <a:p>
            <a:pPr>
              <a:lnSpc>
                <a:spcPct val="114999"/>
              </a:lnSpc>
            </a:pPr>
            <a:r>
              <a:rPr lang="en-US" sz="1200"/>
              <a:t>SGD </a:t>
            </a:r>
            <a:r>
              <a:rPr lang="en-US" sz="1200" err="1"/>
              <a:t>optimizator</a:t>
            </a:r>
            <a:r>
              <a:rPr lang="en-US" sz="1200"/>
              <a:t> s </a:t>
            </a:r>
            <a:r>
              <a:rPr lang="en-US" sz="1200" err="1"/>
              <a:t>momentom</a:t>
            </a:r>
            <a:r>
              <a:rPr lang="en-US" sz="1200"/>
              <a:t> 0.937</a:t>
            </a:r>
          </a:p>
          <a:p>
            <a:pPr>
              <a:lnSpc>
                <a:spcPct val="114999"/>
              </a:lnSpc>
            </a:pPr>
            <a:r>
              <a:rPr lang="en-US" sz="1200" err="1"/>
              <a:t>Kosinusni</a:t>
            </a:r>
            <a:r>
              <a:rPr lang="en-US" sz="1200"/>
              <a:t> </a:t>
            </a:r>
            <a:r>
              <a:rPr lang="en-US" sz="1200" err="1"/>
              <a:t>raspored</a:t>
            </a:r>
            <a:r>
              <a:rPr lang="en-US" sz="1200"/>
              <a:t> za </a:t>
            </a:r>
            <a:r>
              <a:rPr lang="en-US" sz="1200" err="1"/>
              <a:t>smanjenje</a:t>
            </a:r>
            <a:r>
              <a:rPr lang="en-US" sz="1200"/>
              <a:t> stope </a:t>
            </a:r>
            <a:r>
              <a:rPr lang="en-US" sz="1200" err="1"/>
              <a:t>učenja</a:t>
            </a:r>
            <a:endParaRPr lang="en-US" sz="1200"/>
          </a:p>
          <a:p>
            <a:pPr marL="139700" indent="0">
              <a:lnSpc>
                <a:spcPct val="114999"/>
              </a:lnSpc>
              <a:buNone/>
            </a:pPr>
            <a:endParaRPr lang="en-US" sz="1200" b="1"/>
          </a:p>
          <a:p>
            <a:pPr marL="139700" indent="0">
              <a:lnSpc>
                <a:spcPct val="114999"/>
              </a:lnSpc>
              <a:buNone/>
            </a:pPr>
            <a:r>
              <a:rPr lang="en-US" sz="1200" b="1"/>
              <a:t>Rano </a:t>
            </a:r>
            <a:r>
              <a:rPr lang="en-US" sz="1200" b="1" err="1"/>
              <a:t>zaustavljanje</a:t>
            </a:r>
            <a:r>
              <a:rPr lang="en-US" sz="1200" b="1"/>
              <a:t>:</a:t>
            </a:r>
            <a:r>
              <a:rPr lang="en-US" sz="1200"/>
              <a:t> Patience=25 (</a:t>
            </a:r>
            <a:r>
              <a:rPr lang="en-US" sz="1200" err="1"/>
              <a:t>izbjegava</a:t>
            </a:r>
            <a:r>
              <a:rPr lang="en-US" sz="1200"/>
              <a:t> </a:t>
            </a:r>
            <a:r>
              <a:rPr lang="en-US" sz="1200" err="1"/>
              <a:t>nepotrebno</a:t>
            </a:r>
            <a:r>
              <a:rPr lang="en-US" sz="1200"/>
              <a:t> </a:t>
            </a:r>
            <a:r>
              <a:rPr lang="en-US" sz="1200" err="1"/>
              <a:t>treniranje</a:t>
            </a:r>
            <a:r>
              <a:rPr lang="en-US" sz="1200"/>
              <a:t> </a:t>
            </a:r>
            <a:r>
              <a:rPr lang="en-US" sz="1200" err="1"/>
              <a:t>i</a:t>
            </a:r>
            <a:r>
              <a:rPr lang="en-US" sz="1200"/>
              <a:t> </a:t>
            </a:r>
            <a:r>
              <a:rPr lang="en-US" sz="1200" err="1"/>
              <a:t>čuva</a:t>
            </a:r>
            <a:r>
              <a:rPr lang="en-US" sz="1200"/>
              <a:t> </a:t>
            </a:r>
            <a:r>
              <a:rPr lang="en-US" sz="1200" err="1"/>
              <a:t>najbolji</a:t>
            </a:r>
            <a:r>
              <a:rPr lang="en-US" sz="1200"/>
              <a:t> model).</a:t>
            </a:r>
            <a:endParaRPr lang="en-US"/>
          </a:p>
          <a:p>
            <a:pPr>
              <a:lnSpc>
                <a:spcPct val="114999"/>
              </a:lnSpc>
            </a:pPr>
            <a:endParaRPr lang="en-US"/>
          </a:p>
        </p:txBody>
      </p:sp>
      <p:pic>
        <p:nvPicPr>
          <p:cNvPr id="4" name="Picture 3" descr="Picture">
            <a:extLst>
              <a:ext uri="{FF2B5EF4-FFF2-40B4-BE49-F238E27FC236}">
                <a16:creationId xmlns:a16="http://schemas.microsoft.com/office/drawing/2014/main" id="{190FB81F-062F-6502-A3F8-10100165A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14" y="1015433"/>
            <a:ext cx="4693394" cy="359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0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B5C0-B790-9BC7-A0F8-28F50211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254352"/>
            <a:ext cx="8295605" cy="70740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2400"/>
              <a:t>Proces </a:t>
            </a:r>
            <a:r>
              <a:rPr lang="en-US" sz="2400" err="1"/>
              <a:t>treniranja</a:t>
            </a:r>
            <a:r>
              <a:rPr lang="en-US" sz="2400"/>
              <a:t> </a:t>
            </a:r>
            <a:r>
              <a:rPr lang="en-US" sz="2400" err="1"/>
              <a:t>modela</a:t>
            </a:r>
            <a:r>
              <a:rPr lang="en-US" sz="2400"/>
              <a:t>: </a:t>
            </a:r>
            <a:r>
              <a:rPr lang="en-US" sz="2400" err="1"/>
              <a:t>Dvofazni</a:t>
            </a:r>
            <a:r>
              <a:rPr lang="en-US" sz="2400"/>
              <a:t> </a:t>
            </a:r>
            <a:r>
              <a:rPr lang="en-US" sz="2400" err="1"/>
              <a:t>pristup</a:t>
            </a:r>
            <a:r>
              <a:rPr lang="en-US" sz="2400"/>
              <a:t> (</a:t>
            </a:r>
            <a:r>
              <a:rPr lang="en-US" sz="2400" err="1"/>
              <a:t>nastavak</a:t>
            </a:r>
            <a:r>
              <a:rPr lang="en-US" sz="240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C1DAD-25E4-F985-D0B5-5B8AE6532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043446"/>
            <a:ext cx="7713900" cy="3366000"/>
          </a:xfrm>
        </p:spPr>
        <p:txBody>
          <a:bodyPr/>
          <a:lstStyle/>
          <a:p>
            <a:r>
              <a:rPr lang="en-US" b="1" err="1"/>
              <a:t>Cilj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Precizno</a:t>
            </a:r>
            <a:r>
              <a:rPr lang="en-US"/>
              <a:t> </a:t>
            </a:r>
            <a:r>
              <a:rPr lang="en-US" err="1"/>
              <a:t>prilagođavanje</a:t>
            </a:r>
            <a:r>
              <a:rPr lang="en-US"/>
              <a:t> </a:t>
            </a:r>
            <a:r>
              <a:rPr lang="en-US" err="1"/>
              <a:t>težina</a:t>
            </a:r>
            <a:r>
              <a:rPr lang="en-US"/>
              <a:t> </a:t>
            </a:r>
            <a:r>
              <a:rPr lang="en-US" err="1"/>
              <a:t>modela</a:t>
            </a:r>
            <a:r>
              <a:rPr lang="en-US"/>
              <a:t> za </a:t>
            </a:r>
            <a:r>
              <a:rPr lang="en-US" err="1"/>
              <a:t>maksimalnu</a:t>
            </a:r>
            <a:r>
              <a:rPr lang="en-US"/>
              <a:t> </a:t>
            </a:r>
            <a:r>
              <a:rPr lang="en-US" err="1"/>
              <a:t>preciznost</a:t>
            </a:r>
            <a:r>
              <a:rPr lang="en-US"/>
              <a:t>.</a:t>
            </a:r>
          </a:p>
          <a:p>
            <a:pPr>
              <a:lnSpc>
                <a:spcPct val="114999"/>
              </a:lnSpc>
            </a:pPr>
            <a:r>
              <a:rPr lang="en-US" b="1" err="1"/>
              <a:t>Parametri</a:t>
            </a:r>
            <a:r>
              <a:rPr lang="en-US" b="1"/>
              <a:t>:</a:t>
            </a:r>
            <a:r>
              <a:rPr lang="en-US"/>
              <a:t> </a:t>
            </a:r>
          </a:p>
          <a:p>
            <a:pPr lvl="1">
              <a:lnSpc>
                <a:spcPct val="114999"/>
              </a:lnSpc>
            </a:pPr>
            <a:r>
              <a:rPr lang="en-US" err="1"/>
              <a:t>Dodatnih</a:t>
            </a:r>
            <a:r>
              <a:rPr lang="en-US"/>
              <a:t> 30 </a:t>
            </a:r>
            <a:r>
              <a:rPr lang="en-US" err="1"/>
              <a:t>epoha</a:t>
            </a:r>
            <a:endParaRPr lang="en-US"/>
          </a:p>
          <a:p>
            <a:pPr lvl="1">
              <a:lnSpc>
                <a:spcPct val="114999"/>
              </a:lnSpc>
            </a:pPr>
            <a:r>
              <a:rPr lang="en-US" err="1"/>
              <a:t>Znatno</a:t>
            </a:r>
            <a:r>
              <a:rPr lang="en-US"/>
              <a:t> </a:t>
            </a:r>
            <a:r>
              <a:rPr lang="en-US" err="1"/>
              <a:t>niža</a:t>
            </a:r>
            <a:r>
              <a:rPr lang="en-US"/>
              <a:t> </a:t>
            </a:r>
            <a:r>
              <a:rPr lang="en-US" err="1"/>
              <a:t>stopa</a:t>
            </a:r>
            <a:r>
              <a:rPr lang="en-US"/>
              <a:t> </a:t>
            </a:r>
            <a:r>
              <a:rPr lang="en-US" err="1"/>
              <a:t>učenja</a:t>
            </a:r>
            <a:r>
              <a:rPr lang="en-US"/>
              <a:t> (</a:t>
            </a:r>
            <a:r>
              <a:rPr lang="en-US" err="1"/>
              <a:t>lr</a:t>
            </a:r>
            <a:r>
              <a:rPr lang="en-US"/>
              <a:t>=0.001)</a:t>
            </a:r>
          </a:p>
          <a:p>
            <a:pPr lvl="1">
              <a:lnSpc>
                <a:spcPct val="114999"/>
              </a:lnSpc>
            </a:pPr>
            <a:r>
              <a:rPr lang="en-US" err="1"/>
              <a:t>AdamW</a:t>
            </a:r>
            <a:r>
              <a:rPr lang="en-US"/>
              <a:t> </a:t>
            </a:r>
            <a:r>
              <a:rPr lang="en-US" err="1"/>
              <a:t>optimizator</a:t>
            </a:r>
            <a:r>
              <a:rPr lang="en-US"/>
              <a:t> (</a:t>
            </a:r>
            <a:r>
              <a:rPr lang="en-US" err="1"/>
              <a:t>često</a:t>
            </a:r>
            <a:r>
              <a:rPr lang="en-US"/>
              <a:t> </a:t>
            </a:r>
            <a:r>
              <a:rPr lang="en-US" err="1"/>
              <a:t>učinkovitiji</a:t>
            </a:r>
            <a:r>
              <a:rPr lang="en-US"/>
              <a:t> u </a:t>
            </a:r>
            <a:r>
              <a:rPr lang="en-US" err="1"/>
              <a:t>ovoj</a:t>
            </a:r>
            <a:r>
              <a:rPr lang="en-US"/>
              <a:t> </a:t>
            </a:r>
            <a:r>
              <a:rPr lang="en-US" err="1"/>
              <a:t>fazi</a:t>
            </a:r>
            <a:r>
              <a:rPr lang="en-US"/>
              <a:t>)</a:t>
            </a:r>
          </a:p>
          <a:p>
            <a:pPr>
              <a:lnSpc>
                <a:spcPct val="114999"/>
              </a:lnSpc>
            </a:pPr>
            <a:r>
              <a:rPr lang="en-US" b="1" err="1"/>
              <a:t>Regularizacija</a:t>
            </a:r>
            <a:r>
              <a:rPr lang="en-US" b="1"/>
              <a:t>:</a:t>
            </a:r>
            <a:r>
              <a:rPr lang="en-US"/>
              <a:t> </a:t>
            </a:r>
          </a:p>
          <a:p>
            <a:pPr>
              <a:lnSpc>
                <a:spcPct val="114999"/>
              </a:lnSpc>
            </a:pPr>
            <a:r>
              <a:rPr lang="en-US" err="1">
                <a:latin typeface="Consolas"/>
              </a:rPr>
              <a:t>weight_decay</a:t>
            </a:r>
            <a:r>
              <a:rPr lang="en-US"/>
              <a:t> od 0.0005 (L2 </a:t>
            </a:r>
            <a:r>
              <a:rPr lang="en-US" err="1"/>
              <a:t>regularizacija</a:t>
            </a:r>
            <a:r>
              <a:rPr lang="en-US"/>
              <a:t>) za </a:t>
            </a:r>
            <a:r>
              <a:rPr lang="en-US" err="1"/>
              <a:t>sprječavanje</a:t>
            </a:r>
            <a:r>
              <a:rPr lang="en-US"/>
              <a:t> </a:t>
            </a:r>
            <a:r>
              <a:rPr lang="en-US" err="1"/>
              <a:t>overfittinga</a:t>
            </a:r>
            <a:r>
              <a:rPr lang="en-US"/>
              <a:t>.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26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647A36E6-B266-BA7B-393D-09801029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FD63033A-62BA-713A-B1F8-ED460F9A3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Evaluacija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modela</a:t>
            </a:r>
            <a:r>
              <a:rPr lang="en" sz="2800">
                <a:solidFill>
                  <a:schemeClr val="tx1"/>
                </a:solidFill>
              </a:rPr>
              <a:t> – </a:t>
            </a:r>
            <a:r>
              <a:rPr lang="en" sz="2800" err="1">
                <a:solidFill>
                  <a:schemeClr val="tx1"/>
                </a:solidFill>
              </a:rPr>
              <a:t>Cilj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C62B4149-C97B-EEC4-9107-74A68C66B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100" y="1285312"/>
            <a:ext cx="3599100" cy="3323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4999"/>
              </a:lnSpc>
            </a:pPr>
            <a:r>
              <a:rPr lang="en" err="1">
                <a:latin typeface="Arial"/>
                <a:ea typeface="Golos Text Medium"/>
                <a:sym typeface="Golos Text Medium"/>
              </a:rPr>
              <a:t>Testiranje</a:t>
            </a:r>
            <a:r>
              <a:rPr lang="en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err="1">
                <a:latin typeface="Arial"/>
                <a:ea typeface="Golos Text Medium"/>
                <a:sym typeface="Golos Text Medium"/>
              </a:rPr>
              <a:t>na</a:t>
            </a:r>
            <a:r>
              <a:rPr lang="en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nezavisnom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test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skupu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(1.196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slika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)</a:t>
            </a:r>
            <a:br>
              <a:rPr lang="en" b="1" dirty="0">
                <a:latin typeface="Arial"/>
                <a:ea typeface="Golos Text Medium"/>
              </a:rPr>
            </a:b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endParaRPr lang="en-US" dirty="0">
              <a:latin typeface="Arial"/>
              <a:ea typeface="Golos Text Medium"/>
            </a:endParaRPr>
          </a:p>
          <a:p>
            <a:pPr marL="342900" indent="-342900">
              <a:lnSpc>
                <a:spcPct val="114999"/>
              </a:lnSpc>
            </a:pPr>
            <a:r>
              <a:rPr lang="en" b="1" dirty="0" err="1">
                <a:latin typeface="Arial"/>
                <a:ea typeface="Golos Text Medium"/>
                <a:sym typeface="Golos Text Medium"/>
              </a:rPr>
              <a:t>Nije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korišten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ni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u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treniranju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ni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u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validaciji</a:t>
            </a:r>
            <a:br>
              <a:rPr lang="en" b="1" dirty="0">
                <a:latin typeface="Arial"/>
                <a:ea typeface="Golos Text Medium"/>
              </a:rPr>
            </a:br>
            <a:endParaRPr lang="en" b="1" dirty="0">
              <a:latin typeface="Arial"/>
              <a:ea typeface="Golos Text Medium"/>
            </a:endParaRPr>
          </a:p>
          <a:p>
            <a:pPr marL="342900" indent="-342900">
              <a:lnSpc>
                <a:spcPct val="114999"/>
              </a:lnSpc>
            </a:pPr>
            <a:r>
              <a:rPr lang="en" b="1" dirty="0" err="1">
                <a:latin typeface="Arial"/>
                <a:ea typeface="Golos Text Medium"/>
                <a:sym typeface="Golos Text Medium"/>
              </a:rPr>
              <a:t>Osigurana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objektivna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procjena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dirty="0" err="1">
                <a:latin typeface="Arial"/>
                <a:ea typeface="Golos Text Medium"/>
                <a:sym typeface="Golos Text Medium"/>
              </a:rPr>
              <a:t>performansi</a:t>
            </a:r>
            <a:br>
              <a:rPr lang="en" b="1" dirty="0">
                <a:latin typeface="Arial"/>
                <a:ea typeface="Golos Text Medium"/>
              </a:rPr>
            </a:br>
            <a:endParaRPr lang="en" b="1" dirty="0">
              <a:latin typeface="Arial"/>
              <a:ea typeface="Golos Text Medium"/>
            </a:endParaRPr>
          </a:p>
          <a:p>
            <a:pPr marL="342900" indent="-342900">
              <a:lnSpc>
                <a:spcPct val="114999"/>
              </a:lnSpc>
            </a:pPr>
            <a:r>
              <a:rPr lang="en" b="1" err="1">
                <a:latin typeface="Arial"/>
                <a:ea typeface="Golos Text Medium"/>
                <a:sym typeface="Golos Text Medium"/>
              </a:rPr>
              <a:t>Korišteni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javni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podaci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–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omogućeno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poređenje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i</a:t>
            </a:r>
            <a:r>
              <a:rPr lang="en" b="1" dirty="0">
                <a:latin typeface="Arial"/>
                <a:ea typeface="Golos Text Medium"/>
                <a:sym typeface="Golos Text Medium"/>
              </a:rPr>
              <a:t> </a:t>
            </a:r>
            <a:r>
              <a:rPr lang="en" b="1" err="1">
                <a:latin typeface="Arial"/>
                <a:ea typeface="Golos Text Medium"/>
                <a:sym typeface="Golos Text Medium"/>
              </a:rPr>
              <a:t>replikacija</a:t>
            </a:r>
            <a:endParaRPr lang="en-US">
              <a:latin typeface="Arial"/>
            </a:endParaRPr>
          </a:p>
        </p:txBody>
      </p:sp>
      <p:pic>
        <p:nvPicPr>
          <p:cNvPr id="2" name="Picture 1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6BBBFBA6-9598-E387-47DB-5E1597A57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285873"/>
            <a:ext cx="4193381" cy="310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56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AFDC5ECF-0F90-6EC1-D672-D47E9E68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EE223878-C421-8E6D-4A7C-449FE5DB1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Metrike</a:t>
            </a:r>
            <a:r>
              <a:rPr lang="en" sz="2800">
                <a:solidFill>
                  <a:schemeClr val="tx1"/>
                </a:solidFill>
              </a:rPr>
              <a:t> – </a:t>
            </a:r>
            <a:r>
              <a:rPr lang="en" sz="2800" err="1">
                <a:solidFill>
                  <a:schemeClr val="tx1"/>
                </a:solidFill>
              </a:rPr>
              <a:t>Preciznost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odziv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54CC065E-5246-7715-50D8-DCC771A15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7888" y="1185300"/>
            <a:ext cx="2613264" cy="333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lnSpc>
                <a:spcPct val="150000"/>
              </a:lnSpc>
              <a:buFont typeface="Wingdings"/>
              <a:buChar char="v"/>
            </a:pPr>
            <a:r>
              <a:rPr lang="en" sz="1200" b="1" err="1">
                <a:latin typeface="Arial"/>
                <a:ea typeface="Golos Text Medium"/>
                <a:sym typeface="Golos Text Medium"/>
              </a:rPr>
              <a:t>Preciznost</a:t>
            </a:r>
            <a:r>
              <a:rPr lang="en" sz="1200" b="1" dirty="0">
                <a:latin typeface="Arial"/>
                <a:ea typeface="Golos Text Medium"/>
                <a:sym typeface="Golos Text Medium"/>
              </a:rPr>
              <a:t> (Precision):</a:t>
            </a:r>
            <a:endParaRPr lang="en-US" sz="1200">
              <a:latin typeface="Arial"/>
              <a:ea typeface="Golos Text Medium"/>
            </a:endParaRPr>
          </a:p>
          <a:p>
            <a:pPr marL="139700" indent="0">
              <a:lnSpc>
                <a:spcPct val="150000"/>
              </a:lnSpc>
              <a:buNone/>
            </a:pPr>
            <a:r>
              <a:rPr lang="en" sz="1200" err="1">
                <a:latin typeface="Arial"/>
                <a:ea typeface="Golos Text Medium"/>
              </a:rPr>
              <a:t>Udio</a:t>
            </a: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err="1">
                <a:latin typeface="Arial"/>
                <a:ea typeface="Golos Text Medium"/>
              </a:rPr>
              <a:t>ispravno</a:t>
            </a: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err="1">
                <a:latin typeface="Arial"/>
                <a:ea typeface="Golos Text Medium"/>
              </a:rPr>
              <a:t>detektovanih</a:t>
            </a: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err="1">
                <a:latin typeface="Arial"/>
                <a:ea typeface="Golos Text Medium"/>
              </a:rPr>
              <a:t>medvjeda</a:t>
            </a: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err="1">
                <a:latin typeface="Arial"/>
                <a:ea typeface="Golos Text Medium"/>
              </a:rPr>
              <a:t>među</a:t>
            </a: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err="1">
                <a:latin typeface="Arial"/>
                <a:ea typeface="Golos Text Medium"/>
              </a:rPr>
              <a:t>svim</a:t>
            </a: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err="1">
                <a:latin typeface="Arial"/>
                <a:ea typeface="Golos Text Medium"/>
              </a:rPr>
              <a:t>detekcijama</a:t>
            </a:r>
            <a:br>
              <a:rPr lang="en" sz="1200" dirty="0">
                <a:latin typeface="Arial"/>
                <a:ea typeface="Golos Text Medium"/>
              </a:rPr>
            </a:br>
            <a:r>
              <a:rPr lang="en" sz="1200" dirty="0">
                <a:latin typeface="Arial"/>
                <a:ea typeface="Golos Text Medium"/>
              </a:rPr>
              <a:t> </a:t>
            </a:r>
            <a:r>
              <a:rPr lang="en" sz="1200" i="1" dirty="0">
                <a:latin typeface="Arial"/>
                <a:ea typeface="Golos Text Medium"/>
              </a:rPr>
              <a:t>→ Visoka </a:t>
            </a:r>
            <a:r>
              <a:rPr lang="en" sz="1200" i="1" err="1">
                <a:latin typeface="Arial"/>
                <a:ea typeface="Golos Text Medium"/>
              </a:rPr>
              <a:t>preciznost</a:t>
            </a:r>
            <a:r>
              <a:rPr lang="en" sz="1200" i="1" dirty="0">
                <a:latin typeface="Arial"/>
                <a:ea typeface="Golos Text Medium"/>
              </a:rPr>
              <a:t> = </a:t>
            </a:r>
            <a:r>
              <a:rPr lang="en" sz="1200" i="1" err="1">
                <a:latin typeface="Arial"/>
                <a:ea typeface="Golos Text Medium"/>
              </a:rPr>
              <a:t>manje</a:t>
            </a:r>
            <a:r>
              <a:rPr lang="en" sz="1200" i="1" dirty="0">
                <a:latin typeface="Arial"/>
                <a:ea typeface="Golos Text Medium"/>
              </a:rPr>
              <a:t> </a:t>
            </a:r>
            <a:r>
              <a:rPr lang="en" sz="1200" i="1" err="1">
                <a:latin typeface="Arial"/>
                <a:ea typeface="Golos Text Medium"/>
              </a:rPr>
              <a:t>lažnih</a:t>
            </a:r>
            <a:r>
              <a:rPr lang="en" sz="1200" i="1" dirty="0">
                <a:latin typeface="Arial"/>
                <a:ea typeface="Golos Text Medium"/>
              </a:rPr>
              <a:t> </a:t>
            </a:r>
            <a:r>
              <a:rPr lang="en" sz="1200" i="1" err="1">
                <a:latin typeface="Arial"/>
                <a:ea typeface="Golos Text Medium"/>
              </a:rPr>
              <a:t>alarma</a:t>
            </a:r>
            <a:r>
              <a:rPr lang="en" sz="1200" i="1" dirty="0">
                <a:latin typeface="Arial"/>
                <a:ea typeface="Golos Text Medium"/>
              </a:rPr>
              <a:t> (False Positives)</a:t>
            </a:r>
            <a:endParaRPr lang="en-US" sz="1200" i="1">
              <a:latin typeface="Arial"/>
              <a:ea typeface="Golos Text Medium"/>
            </a:endParaRPr>
          </a:p>
          <a:p>
            <a:pPr marL="139700" indent="0">
              <a:lnSpc>
                <a:spcPct val="150000"/>
              </a:lnSpc>
              <a:buNone/>
            </a:pPr>
            <a:endParaRPr lang="en" sz="1200" i="1" dirty="0">
              <a:latin typeface="Arial"/>
              <a:sym typeface="Golos Text Medium"/>
            </a:endParaRPr>
          </a:p>
          <a:p>
            <a:pPr>
              <a:lnSpc>
                <a:spcPct val="150000"/>
              </a:lnSpc>
              <a:buFont typeface="Wingdings"/>
              <a:buChar char="v"/>
            </a:pPr>
            <a:r>
              <a:rPr lang="en" sz="1200" b="1" err="1">
                <a:latin typeface="Arial"/>
                <a:sym typeface="Golos Text Medium"/>
              </a:rPr>
              <a:t>Odziv</a:t>
            </a:r>
            <a:r>
              <a:rPr lang="en" sz="1200" b="1" dirty="0">
                <a:latin typeface="Arial"/>
                <a:sym typeface="Golos Text Medium"/>
              </a:rPr>
              <a:t> (Recall):</a:t>
            </a:r>
            <a:endParaRPr lang="en" sz="1200">
              <a:latin typeface="Arial"/>
            </a:endParaRPr>
          </a:p>
          <a:p>
            <a:pPr marL="139700" indent="0">
              <a:lnSpc>
                <a:spcPct val="150000"/>
              </a:lnSpc>
              <a:buNone/>
            </a:pPr>
            <a:r>
              <a:rPr lang="en" sz="1200" dirty="0" err="1">
                <a:latin typeface="Arial"/>
                <a:sym typeface="Golos Text Medium"/>
              </a:rPr>
              <a:t>Udio</a:t>
            </a: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dirty="0" err="1">
                <a:latin typeface="Arial"/>
                <a:sym typeface="Golos Text Medium"/>
              </a:rPr>
              <a:t>tačno</a:t>
            </a: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dirty="0" err="1">
                <a:latin typeface="Arial"/>
                <a:sym typeface="Golos Text Medium"/>
              </a:rPr>
              <a:t>pronađenih</a:t>
            </a: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dirty="0" err="1">
                <a:latin typeface="Arial"/>
                <a:sym typeface="Golos Text Medium"/>
              </a:rPr>
              <a:t>medvjeda</a:t>
            </a: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dirty="0" err="1">
                <a:latin typeface="Arial"/>
                <a:sym typeface="Golos Text Medium"/>
              </a:rPr>
              <a:t>među</a:t>
            </a: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dirty="0" err="1">
                <a:latin typeface="Arial"/>
                <a:sym typeface="Golos Text Medium"/>
              </a:rPr>
              <a:t>svim</a:t>
            </a: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dirty="0" err="1">
                <a:latin typeface="Arial"/>
                <a:sym typeface="Golos Text Medium"/>
              </a:rPr>
              <a:t>stvarnim</a:t>
            </a:r>
            <a:br>
              <a:rPr lang="en" sz="1200" dirty="0">
                <a:latin typeface="Arial"/>
              </a:rPr>
            </a:br>
            <a:r>
              <a:rPr lang="en" sz="1200" dirty="0">
                <a:latin typeface="Arial"/>
                <a:sym typeface="Golos Text Medium"/>
              </a:rPr>
              <a:t> </a:t>
            </a:r>
            <a:r>
              <a:rPr lang="en" sz="1200" i="1" dirty="0">
                <a:latin typeface="Arial"/>
                <a:sym typeface="Golos Text Medium"/>
              </a:rPr>
              <a:t>→ Visok </a:t>
            </a:r>
            <a:r>
              <a:rPr lang="en" sz="1200" i="1" dirty="0" err="1">
                <a:latin typeface="Arial"/>
                <a:sym typeface="Golos Text Medium"/>
              </a:rPr>
              <a:t>odziv</a:t>
            </a:r>
            <a:r>
              <a:rPr lang="en" sz="1200" i="1" dirty="0">
                <a:latin typeface="Arial"/>
                <a:sym typeface="Golos Text Medium"/>
              </a:rPr>
              <a:t> = </a:t>
            </a:r>
            <a:r>
              <a:rPr lang="en" sz="1200" i="1" dirty="0" err="1">
                <a:latin typeface="Arial"/>
                <a:sym typeface="Golos Text Medium"/>
              </a:rPr>
              <a:t>manje</a:t>
            </a:r>
            <a:r>
              <a:rPr lang="en" sz="1200" i="1" dirty="0">
                <a:latin typeface="Arial"/>
                <a:sym typeface="Golos Text Medium"/>
              </a:rPr>
              <a:t> </a:t>
            </a:r>
            <a:r>
              <a:rPr lang="en" sz="1200" i="1" dirty="0" err="1">
                <a:latin typeface="Arial"/>
                <a:sym typeface="Golos Text Medium"/>
              </a:rPr>
              <a:t>propuštenih</a:t>
            </a:r>
            <a:r>
              <a:rPr lang="en" sz="1200" i="1" dirty="0">
                <a:latin typeface="Arial"/>
                <a:sym typeface="Golos Text Medium"/>
              </a:rPr>
              <a:t> </a:t>
            </a:r>
            <a:r>
              <a:rPr lang="en" sz="1200" i="1" dirty="0" err="1">
                <a:latin typeface="Arial"/>
                <a:sym typeface="Golos Text Medium"/>
              </a:rPr>
              <a:t>medvjeda</a:t>
            </a:r>
            <a:r>
              <a:rPr lang="en" sz="1200" i="1" dirty="0">
                <a:latin typeface="Arial"/>
                <a:sym typeface="Golos Text Medium"/>
              </a:rPr>
              <a:t> (False Negatives)</a:t>
            </a:r>
            <a:endParaRPr lang="en" sz="1200" i="1" dirty="0">
              <a:latin typeface="Arial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v"/>
            </a:pPr>
            <a:endParaRPr lang="en" sz="1600" b="1" i="1" dirty="0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E909DC-1848-8D7B-4DD4-52206D06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663" y="1400175"/>
            <a:ext cx="5815013" cy="290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71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DA50E045-9E41-6B00-B590-BD979ED3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AF44BA8C-1377-A494-3D24-7A5F922631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>
                <a:solidFill>
                  <a:schemeClr val="tx1"/>
                </a:solidFill>
              </a:rPr>
              <a:t>mAP50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mAP50-95</a:t>
            </a:r>
            <a:endParaRPr lang="en-US"/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6B37B8FC-B7E6-0BB9-1354-1137F3025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100" y="1160154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800" b="1">
                <a:latin typeface="Arial"/>
                <a:ea typeface="Golos Text Medium"/>
                <a:sym typeface="Golos Text Medium"/>
              </a:rPr>
              <a:t>mAP50:</a:t>
            </a:r>
            <a:endParaRPr lang="en-US" sz="1200">
              <a:latin typeface="Arial"/>
              <a:ea typeface="Golos Text Medium"/>
            </a:endParaRPr>
          </a:p>
          <a:p>
            <a:pPr marL="139700" indent="0">
              <a:lnSpc>
                <a:spcPct val="150000"/>
              </a:lnSpc>
              <a:buNone/>
            </a:pPr>
            <a:r>
              <a:rPr lang="en" sz="1800" b="1" err="1">
                <a:latin typeface="Arial"/>
                <a:ea typeface="Golos Text Medium"/>
                <a:sym typeface="Golos Text Medium"/>
              </a:rPr>
              <a:t>Prosječna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preciznost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kada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je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IoU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≥ 0.5</a:t>
            </a:r>
            <a:br>
              <a:rPr lang="en" sz="1800" b="1">
                <a:latin typeface="Arial"/>
                <a:ea typeface="Golos Text Medium"/>
              </a:rPr>
            </a:br>
            <a:r>
              <a:rPr lang="en" sz="1800" b="1">
                <a:latin typeface="Arial"/>
                <a:ea typeface="Golos Text Medium"/>
                <a:sym typeface="Golos Text Medium"/>
              </a:rPr>
              <a:t>→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Mjeri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uspješnost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detekcije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i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grube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lokalizacije</a:t>
            </a:r>
            <a:endParaRPr lang="en-US" sz="1200">
              <a:latin typeface="Arial"/>
              <a:ea typeface="Golos Text Medium"/>
            </a:endParaRPr>
          </a:p>
          <a:p>
            <a:pPr>
              <a:lnSpc>
                <a:spcPct val="150000"/>
              </a:lnSpc>
            </a:pPr>
            <a:r>
              <a:rPr lang="en" sz="1800" b="1">
                <a:latin typeface="Arial"/>
                <a:ea typeface="Golos Text Medium"/>
                <a:sym typeface="Golos Text Medium"/>
              </a:rPr>
              <a:t>mAP50-95:</a:t>
            </a:r>
            <a:endParaRPr lang="en" sz="1200">
              <a:latin typeface="Arial"/>
              <a:ea typeface="Golos Text Medium"/>
            </a:endParaRPr>
          </a:p>
          <a:p>
            <a:pPr marL="139700" indent="0">
              <a:lnSpc>
                <a:spcPct val="150000"/>
              </a:lnSpc>
              <a:buNone/>
            </a:pPr>
            <a:r>
              <a:rPr lang="en" sz="1800" b="1" err="1">
                <a:latin typeface="Arial"/>
                <a:ea typeface="Golos Text Medium"/>
                <a:sym typeface="Golos Text Medium"/>
              </a:rPr>
              <a:t>Prosjek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AP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vrijednosti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kroz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više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IoU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b="1" err="1">
                <a:latin typeface="Arial"/>
                <a:ea typeface="Golos Text Medium"/>
                <a:sym typeface="Golos Text Medium"/>
              </a:rPr>
              <a:t>pragova</a:t>
            </a:r>
            <a:r>
              <a:rPr lang="en" sz="1800" b="1">
                <a:latin typeface="Arial"/>
                <a:ea typeface="Golos Text Medium"/>
                <a:sym typeface="Golos Text Medium"/>
              </a:rPr>
              <a:t> (</a:t>
            </a:r>
            <a:r>
              <a:rPr lang="en" sz="1800" b="1">
                <a:latin typeface="Arial"/>
                <a:sym typeface="Golos Text Medium"/>
              </a:rPr>
              <a:t>0.5 do 0.95)</a:t>
            </a:r>
            <a:br>
              <a:rPr lang="en" sz="1800" b="1">
                <a:latin typeface="Arial"/>
              </a:rPr>
            </a:br>
            <a:r>
              <a:rPr lang="en" sz="1800" b="1">
                <a:latin typeface="Arial"/>
                <a:ea typeface="Golos Text Medium"/>
                <a:sym typeface="Golos Text Medium"/>
              </a:rPr>
              <a:t>→ </a:t>
            </a:r>
            <a:r>
              <a:rPr lang="en" sz="1800" b="1" err="1">
                <a:latin typeface="Arial"/>
                <a:sym typeface="Golos Text Medium"/>
              </a:rPr>
              <a:t>Striktnija</a:t>
            </a:r>
            <a:r>
              <a:rPr lang="en" sz="1800" b="1">
                <a:latin typeface="Arial"/>
                <a:sym typeface="Golos Text Medium"/>
              </a:rPr>
              <a:t> </a:t>
            </a:r>
            <a:r>
              <a:rPr lang="en" sz="1800" b="1" err="1">
                <a:latin typeface="Arial"/>
                <a:sym typeface="Golos Text Medium"/>
              </a:rPr>
              <a:t>metrika</a:t>
            </a:r>
            <a:r>
              <a:rPr lang="en" sz="1800">
                <a:latin typeface="Arial"/>
                <a:sym typeface="Golos Text Medium"/>
              </a:rPr>
              <a:t> – </a:t>
            </a:r>
            <a:r>
              <a:rPr lang="en" sz="1800" err="1">
                <a:latin typeface="Arial"/>
                <a:sym typeface="Golos Text Medium"/>
              </a:rPr>
              <a:t>ocjenjuje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i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ea typeface="Golos Text Medium"/>
                <a:sym typeface="Golos Text Medium"/>
              </a:rPr>
              <a:t>preciznost</a:t>
            </a:r>
            <a:r>
              <a:rPr lang="en" sz="1800">
                <a:latin typeface="Arial"/>
                <a:ea typeface="Golos Text Medium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uokvirivanja</a:t>
            </a:r>
            <a:br>
              <a:rPr lang="en" sz="1800">
                <a:latin typeface="Arial"/>
              </a:rPr>
            </a:br>
            <a:r>
              <a:rPr lang="en" sz="1800">
                <a:latin typeface="Arial"/>
                <a:sym typeface="Golos Text Medium"/>
              </a:rPr>
              <a:t>→ </a:t>
            </a:r>
            <a:r>
              <a:rPr lang="en" sz="1800" err="1">
                <a:latin typeface="Arial"/>
                <a:sym typeface="Golos Text Medium"/>
              </a:rPr>
              <a:t>Idealna</a:t>
            </a:r>
            <a:r>
              <a:rPr lang="en" sz="1800">
                <a:latin typeface="Arial"/>
                <a:sym typeface="Golos Text Medium"/>
              </a:rPr>
              <a:t> za </a:t>
            </a:r>
            <a:r>
              <a:rPr lang="en" sz="1800" err="1">
                <a:latin typeface="Arial"/>
                <a:sym typeface="Golos Text Medium"/>
              </a:rPr>
              <a:t>ekološke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primjene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gdje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su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detalji</a:t>
            </a:r>
            <a:r>
              <a:rPr lang="en" sz="1800">
                <a:latin typeface="Arial"/>
                <a:sym typeface="Golos Text Medium"/>
              </a:rPr>
              <a:t> </a:t>
            </a:r>
            <a:r>
              <a:rPr lang="en" sz="1800" err="1">
                <a:latin typeface="Arial"/>
                <a:sym typeface="Golos Text Medium"/>
              </a:rPr>
              <a:t>ključni</a:t>
            </a:r>
            <a:endParaRPr lang="en" sz="1200">
              <a:latin typeface="Arial"/>
            </a:endParaRPr>
          </a:p>
          <a:p>
            <a:pPr marL="482600" indent="-342900">
              <a:lnSpc>
                <a:spcPct val="150000"/>
              </a:lnSpc>
              <a:buFont typeface="Wingdings"/>
              <a:buChar char="v"/>
            </a:pPr>
            <a:endParaRPr lang="en" sz="1800" b="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8143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17F0316D-ABE7-E3E7-240C-7CD0A39F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75CBB631-6F32-24A9-B22A-8BA62F97A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Rezultati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performansi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34A87242-7E2D-C167-AEDE-1A967F621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100" y="1137294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000">
                <a:latin typeface="Arial"/>
                <a:sym typeface="Golos Text Medium"/>
              </a:rPr>
              <a:t>Model </a:t>
            </a:r>
            <a:r>
              <a:rPr lang="en" sz="2000" err="1">
                <a:latin typeface="Arial"/>
                <a:sym typeface="Golos Text Medium"/>
              </a:rPr>
              <a:t>postigao</a:t>
            </a:r>
            <a:r>
              <a:rPr lang="en" sz="2000">
                <a:latin typeface="Arial"/>
                <a:sym typeface="Golos Text Medium"/>
              </a:rPr>
              <a:t> </a:t>
            </a:r>
            <a:r>
              <a:rPr lang="en" sz="2000" b="1" err="1">
                <a:latin typeface="Arial"/>
                <a:sym typeface="Golos Text Medium"/>
              </a:rPr>
              <a:t>izuzetne</a:t>
            </a:r>
            <a:r>
              <a:rPr lang="en" sz="2000" b="1">
                <a:latin typeface="Arial"/>
                <a:sym typeface="Golos Text Medium"/>
              </a:rPr>
              <a:t> </a:t>
            </a:r>
            <a:r>
              <a:rPr lang="en" sz="2000" b="1" err="1">
                <a:latin typeface="Arial"/>
                <a:sym typeface="Golos Text Medium"/>
              </a:rPr>
              <a:t>rezultate</a:t>
            </a:r>
            <a:r>
              <a:rPr lang="en" sz="2000">
                <a:latin typeface="Arial"/>
                <a:sym typeface="Golos Text Medium"/>
              </a:rPr>
              <a:t> </a:t>
            </a:r>
            <a:r>
              <a:rPr lang="en" sz="2000" err="1">
                <a:latin typeface="Arial"/>
                <a:sym typeface="Golos Text Medium"/>
              </a:rPr>
              <a:t>na</a:t>
            </a:r>
            <a:r>
              <a:rPr lang="en" sz="2000">
                <a:latin typeface="Arial"/>
                <a:sym typeface="Golos Text Medium"/>
              </a:rPr>
              <a:t> test </a:t>
            </a:r>
            <a:r>
              <a:rPr lang="en" sz="2000" err="1">
                <a:latin typeface="Arial"/>
                <a:sym typeface="Golos Text Medium"/>
              </a:rPr>
              <a:t>skupu</a:t>
            </a:r>
            <a:r>
              <a:rPr lang="en" sz="2000">
                <a:latin typeface="Arial"/>
                <a:ea typeface="Golos Text Medium"/>
                <a:sym typeface="Golos Text Medium"/>
              </a:rPr>
              <a:t>:</a:t>
            </a:r>
            <a:endParaRPr lang="en" sz="2000">
              <a:latin typeface="Arial"/>
              <a:ea typeface="Golos Text Medium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endParaRPr lang="en" sz="2000">
              <a:latin typeface="Arial"/>
            </a:endParaRPr>
          </a:p>
          <a:p>
            <a:pPr>
              <a:lnSpc>
                <a:spcPct val="114999"/>
              </a:lnSpc>
            </a:pPr>
            <a:r>
              <a:rPr lang="en" sz="2000">
                <a:latin typeface="Arial"/>
              </a:rPr>
              <a:t>Real-time </a:t>
            </a:r>
            <a:r>
              <a:rPr lang="en" sz="2000" err="1">
                <a:latin typeface="Arial"/>
              </a:rPr>
              <a:t>obrada</a:t>
            </a:r>
            <a:r>
              <a:rPr lang="en" sz="2000">
                <a:latin typeface="Arial"/>
              </a:rPr>
              <a:t> (70 FPS)</a:t>
            </a:r>
          </a:p>
          <a:p>
            <a:pPr>
              <a:lnSpc>
                <a:spcPct val="114999"/>
              </a:lnSpc>
            </a:pPr>
            <a:r>
              <a:rPr lang="en" sz="2000" err="1">
                <a:latin typeface="Arial"/>
              </a:rPr>
              <a:t>Pouzdan</a:t>
            </a:r>
            <a:r>
              <a:rPr lang="en" sz="2000">
                <a:latin typeface="Arial"/>
              </a:rPr>
              <a:t> za </a:t>
            </a:r>
            <a:r>
              <a:rPr lang="en" sz="2000" err="1">
                <a:latin typeface="Arial"/>
              </a:rPr>
              <a:t>različite</a:t>
            </a:r>
            <a:r>
              <a:rPr lang="en" sz="2000">
                <a:latin typeface="Arial"/>
              </a:rPr>
              <a:t> </a:t>
            </a:r>
            <a:r>
              <a:rPr lang="en" sz="2000" err="1">
                <a:latin typeface="Arial"/>
              </a:rPr>
              <a:t>veličine</a:t>
            </a:r>
            <a:r>
              <a:rPr lang="en" sz="2000">
                <a:latin typeface="Arial"/>
              </a:rPr>
              <a:t> </a:t>
            </a:r>
            <a:r>
              <a:rPr lang="en" sz="2000" err="1">
                <a:latin typeface="Arial"/>
              </a:rPr>
              <a:t>i</a:t>
            </a:r>
            <a:r>
              <a:rPr lang="en" sz="2000">
                <a:latin typeface="Arial"/>
              </a:rPr>
              <a:t> scene</a:t>
            </a:r>
            <a:endParaRPr lang="en">
              <a:latin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5C7043-5CFD-C5CD-408B-B48C833A1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184047"/>
              </p:ext>
            </p:extLst>
          </p:nvPr>
        </p:nvGraphicFramePr>
        <p:xfrm>
          <a:off x="1495234" y="1731264"/>
          <a:ext cx="5934075" cy="2129028"/>
        </p:xfrm>
        <a:graphic>
          <a:graphicData uri="http://schemas.openxmlformats.org/drawingml/2006/table">
            <a:tbl>
              <a:tblPr bandRow="1">
                <a:tableStyleId>{75D1723D-C190-450A-97F4-CAC1A898D045}</a:tableStyleId>
              </a:tblPr>
              <a:tblGrid>
                <a:gridCol w="1857375">
                  <a:extLst>
                    <a:ext uri="{9D8B030D-6E8A-4147-A177-3AD203B41FA5}">
                      <a16:colId xmlns:a16="http://schemas.microsoft.com/office/drawing/2014/main" val="234944203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50898065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67430579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413476662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Metrika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Ukupno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bear_juvenile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bear_adult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3482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mAP50-95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0.9833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0.9833 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0.9833 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247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mAP50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0.9949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0.9950 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0.9950 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258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Preciznost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0.9940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0.9967 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0.9917 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357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Odziv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0.9970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0.9984 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0.9948 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953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Brzina inferencije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~14 ms/slici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-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-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722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158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804900A7-CEA9-9CE1-59F2-0B3E8C02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8D490E8E-B934-0A0F-0764-CB989F62D5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080" y="128092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>
                <a:solidFill>
                  <a:schemeClr val="tx1"/>
                </a:solidFill>
              </a:rPr>
              <a:t>Desktop </a:t>
            </a:r>
            <a:r>
              <a:rPr lang="en" sz="2800" err="1">
                <a:solidFill>
                  <a:schemeClr val="tx1"/>
                </a:solidFill>
              </a:rPr>
              <a:t>aplikacija</a:t>
            </a:r>
            <a:endParaRPr lang="en-US" err="1"/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E4F7260C-458F-F811-C017-74A6F164C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764" y="1036710"/>
            <a:ext cx="8514000" cy="3068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600" err="1">
                <a:latin typeface="Arial"/>
                <a:sym typeface="Golos Text Medium"/>
              </a:rPr>
              <a:t>Cilj</a:t>
            </a:r>
            <a:r>
              <a:rPr lang="en" sz="1600">
                <a:latin typeface="Arial"/>
                <a:sym typeface="Golos Text Medium"/>
              </a:rPr>
              <a:t>: </a:t>
            </a:r>
            <a:r>
              <a:rPr lang="en" sz="1600" err="1">
                <a:latin typeface="Arial"/>
                <a:sym typeface="Golos Text Medium"/>
              </a:rPr>
              <a:t>Upotreba</a:t>
            </a:r>
            <a:r>
              <a:rPr lang="en" sz="1600">
                <a:latin typeface="Arial"/>
                <a:sym typeface="Golos Text Medium"/>
              </a:rPr>
              <a:t> </a:t>
            </a:r>
            <a:r>
              <a:rPr lang="en" sz="1600" err="1">
                <a:latin typeface="Arial"/>
                <a:sym typeface="Golos Text Medium"/>
              </a:rPr>
              <a:t>modela</a:t>
            </a:r>
            <a:r>
              <a:rPr lang="en" sz="1600">
                <a:latin typeface="Arial"/>
                <a:sym typeface="Golos Text Medium"/>
              </a:rPr>
              <a:t> bez </a:t>
            </a:r>
            <a:r>
              <a:rPr lang="en" sz="1600" err="1">
                <a:latin typeface="Arial"/>
                <a:sym typeface="Golos Text Medium"/>
              </a:rPr>
              <a:t>tehničkog</a:t>
            </a:r>
            <a:r>
              <a:rPr lang="en" sz="1600">
                <a:latin typeface="Arial"/>
                <a:sym typeface="Golos Text Medium"/>
              </a:rPr>
              <a:t> </a:t>
            </a:r>
            <a:r>
              <a:rPr lang="en" sz="1600" err="1">
                <a:latin typeface="Arial"/>
                <a:sym typeface="Golos Text Medium"/>
              </a:rPr>
              <a:t>znanja</a:t>
            </a:r>
            <a:endParaRPr lang="en-US" sz="160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600" err="1">
                <a:latin typeface="Arial"/>
                <a:sym typeface="Golos Text Medium"/>
              </a:rPr>
              <a:t>Ciljna</a:t>
            </a:r>
            <a:r>
              <a:rPr lang="en" sz="1600">
                <a:latin typeface="Arial"/>
                <a:sym typeface="Golos Text Medium"/>
              </a:rPr>
              <a:t> </a:t>
            </a:r>
            <a:r>
              <a:rPr lang="en" sz="1600" err="1">
                <a:latin typeface="Arial"/>
                <a:sym typeface="Golos Text Medium"/>
              </a:rPr>
              <a:t>grupa</a:t>
            </a:r>
            <a:r>
              <a:rPr lang="en" sz="1600">
                <a:latin typeface="Arial"/>
                <a:ea typeface="Golos Text Medium"/>
                <a:sym typeface="Golos Text Medium"/>
              </a:rPr>
              <a:t>: </a:t>
            </a:r>
            <a:r>
              <a:rPr lang="en" sz="1600" err="1">
                <a:latin typeface="Arial"/>
                <a:ea typeface="Golos Text Medium"/>
                <a:sym typeface="Golos Text Medium"/>
              </a:rPr>
              <a:t>Biolozi</a:t>
            </a:r>
            <a:r>
              <a:rPr lang="en" sz="1600">
                <a:latin typeface="Arial"/>
                <a:ea typeface="Golos Text Medium"/>
                <a:sym typeface="Golos Text Medium"/>
              </a:rPr>
              <a:t>, </a:t>
            </a:r>
            <a:r>
              <a:rPr lang="en" sz="1600" err="1">
                <a:latin typeface="Arial"/>
                <a:ea typeface="Golos Text Medium"/>
                <a:sym typeface="Golos Text Medium"/>
              </a:rPr>
              <a:t>čuvari</a:t>
            </a:r>
            <a:r>
              <a:rPr lang="en" sz="1600">
                <a:latin typeface="Arial"/>
                <a:ea typeface="Golos Text Medium"/>
                <a:sym typeface="Golos Text Medium"/>
              </a:rPr>
              <a:t> </a:t>
            </a:r>
            <a:r>
              <a:rPr lang="en" sz="1600" err="1">
                <a:latin typeface="Arial"/>
                <a:ea typeface="Golos Text Medium"/>
                <a:sym typeface="Golos Text Medium"/>
              </a:rPr>
              <a:t>prirode</a:t>
            </a:r>
            <a:r>
              <a:rPr lang="en" sz="1600">
                <a:latin typeface="Arial"/>
                <a:ea typeface="Golos Text Medium"/>
                <a:sym typeface="Golos Text Medium"/>
              </a:rPr>
              <a:t>, </a:t>
            </a:r>
            <a:r>
              <a:rPr lang="en" sz="1600" err="1">
                <a:latin typeface="Arial"/>
                <a:ea typeface="Golos Text Medium"/>
                <a:sym typeface="Golos Text Medium"/>
              </a:rPr>
              <a:t>istraživači</a:t>
            </a:r>
            <a:endParaRPr lang="en-US" sz="160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600" err="1">
                <a:latin typeface="Arial"/>
              </a:rPr>
              <a:t>Tehnologije</a:t>
            </a:r>
            <a:r>
              <a:rPr lang="en" sz="1600">
                <a:latin typeface="Arial"/>
              </a:rPr>
              <a:t>: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" sz="1600">
                <a:latin typeface="Arial"/>
              </a:rPr>
              <a:t>   Python 3 + PyQt5 (GUI)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" sz="1600">
                <a:latin typeface="Arial"/>
              </a:rPr>
              <a:t>   YOLOv8 (</a:t>
            </a:r>
            <a:r>
              <a:rPr lang="en" sz="1600" err="1">
                <a:latin typeface="Arial"/>
              </a:rPr>
              <a:t>Ultralytics</a:t>
            </a:r>
            <a:r>
              <a:rPr lang="en" sz="1600">
                <a:latin typeface="Arial"/>
              </a:rPr>
              <a:t>)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" sz="1600">
                <a:latin typeface="Arial"/>
              </a:rPr>
              <a:t>   </a:t>
            </a:r>
            <a:r>
              <a:rPr lang="en" sz="1600" err="1">
                <a:latin typeface="Arial"/>
              </a:rPr>
              <a:t>Izvršne</a:t>
            </a:r>
            <a:r>
              <a:rPr lang="en" sz="1600">
                <a:latin typeface="Arial"/>
              </a:rPr>
              <a:t> </a:t>
            </a:r>
            <a:r>
              <a:rPr lang="en" sz="1600" err="1">
                <a:latin typeface="Arial"/>
              </a:rPr>
              <a:t>datoteke</a:t>
            </a:r>
            <a:r>
              <a:rPr lang="en" sz="1600">
                <a:latin typeface="Arial"/>
              </a:rPr>
              <a:t> za </a:t>
            </a:r>
            <a:r>
              <a:rPr lang="en" sz="1600" err="1">
                <a:latin typeface="Arial"/>
              </a:rPr>
              <a:t>jednostavnu</a:t>
            </a:r>
            <a:r>
              <a:rPr lang="en" sz="1600">
                <a:latin typeface="Arial"/>
              </a:rPr>
              <a:t> </a:t>
            </a:r>
            <a:r>
              <a:rPr lang="en" sz="1600" err="1">
                <a:latin typeface="Arial"/>
              </a:rPr>
              <a:t>distribuciju</a:t>
            </a:r>
            <a:r>
              <a:rPr lang="en" sz="1600">
                <a:latin typeface="Arial"/>
              </a:rPr>
              <a:t> (.exe / .dmg)</a:t>
            </a:r>
          </a:p>
          <a:p>
            <a:pPr>
              <a:lnSpc>
                <a:spcPct val="150000"/>
              </a:lnSpc>
            </a:pPr>
            <a:endParaRPr lang="en" sz="1600">
              <a:latin typeface="Arial"/>
            </a:endParaRPr>
          </a:p>
        </p:txBody>
      </p:sp>
      <p:grpSp>
        <p:nvGrpSpPr>
          <p:cNvPr id="456" name="Google Shape;84;p21">
            <a:extLst>
              <a:ext uri="{FF2B5EF4-FFF2-40B4-BE49-F238E27FC236}">
                <a16:creationId xmlns:a16="http://schemas.microsoft.com/office/drawing/2014/main" id="{9A578472-0610-1420-E4C8-664AD90412F6}"/>
              </a:ext>
            </a:extLst>
          </p:cNvPr>
          <p:cNvGrpSpPr/>
          <p:nvPr/>
        </p:nvGrpSpPr>
        <p:grpSpPr>
          <a:xfrm>
            <a:off x="6507506" y="2917482"/>
            <a:ext cx="3524465" cy="4496731"/>
            <a:chOff x="6483100" y="2237750"/>
            <a:chExt cx="898250" cy="1146075"/>
          </a:xfrm>
        </p:grpSpPr>
        <p:sp>
          <p:nvSpPr>
            <p:cNvPr id="5" name="Google Shape;85;p21">
              <a:extLst>
                <a:ext uri="{FF2B5EF4-FFF2-40B4-BE49-F238E27FC236}">
                  <a16:creationId xmlns:a16="http://schemas.microsoft.com/office/drawing/2014/main" id="{8A5291BB-335A-BE5E-0E68-CEA17DE8134B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;p21">
              <a:extLst>
                <a:ext uri="{FF2B5EF4-FFF2-40B4-BE49-F238E27FC236}">
                  <a16:creationId xmlns:a16="http://schemas.microsoft.com/office/drawing/2014/main" id="{94E4D310-59AE-4B08-DBEE-0DD4C5D51E22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7;p21">
              <a:extLst>
                <a:ext uri="{FF2B5EF4-FFF2-40B4-BE49-F238E27FC236}">
                  <a16:creationId xmlns:a16="http://schemas.microsoft.com/office/drawing/2014/main" id="{2474F224-4201-CF36-2458-98992F54914C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8;p21">
              <a:extLst>
                <a:ext uri="{FF2B5EF4-FFF2-40B4-BE49-F238E27FC236}">
                  <a16:creationId xmlns:a16="http://schemas.microsoft.com/office/drawing/2014/main" id="{7C12B2A6-E933-A066-C1A0-29C3602783FF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9;p21">
              <a:extLst>
                <a:ext uri="{FF2B5EF4-FFF2-40B4-BE49-F238E27FC236}">
                  <a16:creationId xmlns:a16="http://schemas.microsoft.com/office/drawing/2014/main" id="{1090C41E-4F87-D64B-6328-EF29B4C780CC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0;p21">
              <a:extLst>
                <a:ext uri="{FF2B5EF4-FFF2-40B4-BE49-F238E27FC236}">
                  <a16:creationId xmlns:a16="http://schemas.microsoft.com/office/drawing/2014/main" id="{B4324DBE-A678-FF6B-1464-6EA49996CFDF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1;p21">
              <a:extLst>
                <a:ext uri="{FF2B5EF4-FFF2-40B4-BE49-F238E27FC236}">
                  <a16:creationId xmlns:a16="http://schemas.microsoft.com/office/drawing/2014/main" id="{A67A6FC8-8EDE-021B-922B-BBD24267FCC1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2;p21">
              <a:extLst>
                <a:ext uri="{FF2B5EF4-FFF2-40B4-BE49-F238E27FC236}">
                  <a16:creationId xmlns:a16="http://schemas.microsoft.com/office/drawing/2014/main" id="{23303F8B-0C44-7AB1-594F-C609AC5B7787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3;p21">
              <a:extLst>
                <a:ext uri="{FF2B5EF4-FFF2-40B4-BE49-F238E27FC236}">
                  <a16:creationId xmlns:a16="http://schemas.microsoft.com/office/drawing/2014/main" id="{3693E953-CD0C-04D5-6ED4-6092E26C4B90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;p21">
              <a:extLst>
                <a:ext uri="{FF2B5EF4-FFF2-40B4-BE49-F238E27FC236}">
                  <a16:creationId xmlns:a16="http://schemas.microsoft.com/office/drawing/2014/main" id="{95C081B1-41BD-0780-0306-1BA0C904F712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5;p21">
              <a:extLst>
                <a:ext uri="{FF2B5EF4-FFF2-40B4-BE49-F238E27FC236}">
                  <a16:creationId xmlns:a16="http://schemas.microsoft.com/office/drawing/2014/main" id="{B33EE272-4261-3E00-FADF-8C1822C6C9C7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6;p21">
              <a:extLst>
                <a:ext uri="{FF2B5EF4-FFF2-40B4-BE49-F238E27FC236}">
                  <a16:creationId xmlns:a16="http://schemas.microsoft.com/office/drawing/2014/main" id="{14F58949-F963-6D17-4C8A-DB9A35E55E38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;p21">
              <a:extLst>
                <a:ext uri="{FF2B5EF4-FFF2-40B4-BE49-F238E27FC236}">
                  <a16:creationId xmlns:a16="http://schemas.microsoft.com/office/drawing/2014/main" id="{A8257D29-72F2-ECF6-5A6F-4DCB6D970889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;p21">
              <a:extLst>
                <a:ext uri="{FF2B5EF4-FFF2-40B4-BE49-F238E27FC236}">
                  <a16:creationId xmlns:a16="http://schemas.microsoft.com/office/drawing/2014/main" id="{A281FD70-9548-812A-AFDB-777920783509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;p21">
              <a:extLst>
                <a:ext uri="{FF2B5EF4-FFF2-40B4-BE49-F238E27FC236}">
                  <a16:creationId xmlns:a16="http://schemas.microsoft.com/office/drawing/2014/main" id="{FE030F81-C759-67FA-2B2D-DCB85F4511FD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0;p21">
              <a:extLst>
                <a:ext uri="{FF2B5EF4-FFF2-40B4-BE49-F238E27FC236}">
                  <a16:creationId xmlns:a16="http://schemas.microsoft.com/office/drawing/2014/main" id="{D55EC01E-C680-5506-AEE0-EC4CFD3E3E6D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1;p21">
              <a:extLst>
                <a:ext uri="{FF2B5EF4-FFF2-40B4-BE49-F238E27FC236}">
                  <a16:creationId xmlns:a16="http://schemas.microsoft.com/office/drawing/2014/main" id="{6A8F2617-9383-7A6A-5649-3A96E30CEAB7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2;p21">
              <a:extLst>
                <a:ext uri="{FF2B5EF4-FFF2-40B4-BE49-F238E27FC236}">
                  <a16:creationId xmlns:a16="http://schemas.microsoft.com/office/drawing/2014/main" id="{F74120B8-0C98-196D-F313-21409F328052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3;p21">
              <a:extLst>
                <a:ext uri="{FF2B5EF4-FFF2-40B4-BE49-F238E27FC236}">
                  <a16:creationId xmlns:a16="http://schemas.microsoft.com/office/drawing/2014/main" id="{8CE8B0D2-C1E0-9DA7-BCA9-2B6E57AEE088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4;p21">
              <a:extLst>
                <a:ext uri="{FF2B5EF4-FFF2-40B4-BE49-F238E27FC236}">
                  <a16:creationId xmlns:a16="http://schemas.microsoft.com/office/drawing/2014/main" id="{60CCBBF8-6F9D-7757-91A7-7CC49D677353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5;p21">
              <a:extLst>
                <a:ext uri="{FF2B5EF4-FFF2-40B4-BE49-F238E27FC236}">
                  <a16:creationId xmlns:a16="http://schemas.microsoft.com/office/drawing/2014/main" id="{E5A7277C-1B1C-7D59-E52F-B755ED99E1BC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;p21">
              <a:extLst>
                <a:ext uri="{FF2B5EF4-FFF2-40B4-BE49-F238E27FC236}">
                  <a16:creationId xmlns:a16="http://schemas.microsoft.com/office/drawing/2014/main" id="{1DCBE235-E60A-8DBF-29CA-E11AE265E891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7;p21">
              <a:extLst>
                <a:ext uri="{FF2B5EF4-FFF2-40B4-BE49-F238E27FC236}">
                  <a16:creationId xmlns:a16="http://schemas.microsoft.com/office/drawing/2014/main" id="{CBA58DAE-885C-44C5-18A7-03F46E291B9E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8;p21">
              <a:extLst>
                <a:ext uri="{FF2B5EF4-FFF2-40B4-BE49-F238E27FC236}">
                  <a16:creationId xmlns:a16="http://schemas.microsoft.com/office/drawing/2014/main" id="{CC28E5A4-363C-D7A2-7825-8FB9F6A4BDF0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;p21">
              <a:extLst>
                <a:ext uri="{FF2B5EF4-FFF2-40B4-BE49-F238E27FC236}">
                  <a16:creationId xmlns:a16="http://schemas.microsoft.com/office/drawing/2014/main" id="{C022F9C0-5A19-96F8-70E0-26A402C2DAD3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0;p21">
              <a:extLst>
                <a:ext uri="{FF2B5EF4-FFF2-40B4-BE49-F238E27FC236}">
                  <a16:creationId xmlns:a16="http://schemas.microsoft.com/office/drawing/2014/main" id="{26D3283E-1BCF-6BAB-E047-E194D40321DC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1;p21">
              <a:extLst>
                <a:ext uri="{FF2B5EF4-FFF2-40B4-BE49-F238E27FC236}">
                  <a16:creationId xmlns:a16="http://schemas.microsoft.com/office/drawing/2014/main" id="{35691E8C-F5FB-5AFE-AFCD-D208B0BE616F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2;p21">
              <a:extLst>
                <a:ext uri="{FF2B5EF4-FFF2-40B4-BE49-F238E27FC236}">
                  <a16:creationId xmlns:a16="http://schemas.microsoft.com/office/drawing/2014/main" id="{8881F314-3433-8B2A-298E-5BBAF299ACB7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3;p21">
              <a:extLst>
                <a:ext uri="{FF2B5EF4-FFF2-40B4-BE49-F238E27FC236}">
                  <a16:creationId xmlns:a16="http://schemas.microsoft.com/office/drawing/2014/main" id="{B4787B4D-DFF4-FA88-3F99-CA6F0A12F24A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4;p21">
              <a:extLst>
                <a:ext uri="{FF2B5EF4-FFF2-40B4-BE49-F238E27FC236}">
                  <a16:creationId xmlns:a16="http://schemas.microsoft.com/office/drawing/2014/main" id="{37AD148A-E710-DFE9-64F0-3E85BF4DBBA4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5;p21">
              <a:extLst>
                <a:ext uri="{FF2B5EF4-FFF2-40B4-BE49-F238E27FC236}">
                  <a16:creationId xmlns:a16="http://schemas.microsoft.com/office/drawing/2014/main" id="{B1BB2660-A40A-DF46-85B7-02A7AC9C60B2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6;p21">
              <a:extLst>
                <a:ext uri="{FF2B5EF4-FFF2-40B4-BE49-F238E27FC236}">
                  <a16:creationId xmlns:a16="http://schemas.microsoft.com/office/drawing/2014/main" id="{28190B91-5AFA-66A3-AD5A-A7F6C65F877E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7;p21">
              <a:extLst>
                <a:ext uri="{FF2B5EF4-FFF2-40B4-BE49-F238E27FC236}">
                  <a16:creationId xmlns:a16="http://schemas.microsoft.com/office/drawing/2014/main" id="{7DE85AB7-311A-2A21-C31B-17D19BA9FFCA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8;p21">
              <a:extLst>
                <a:ext uri="{FF2B5EF4-FFF2-40B4-BE49-F238E27FC236}">
                  <a16:creationId xmlns:a16="http://schemas.microsoft.com/office/drawing/2014/main" id="{D6200A30-564E-D3CD-0378-AEBF176E71AA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9;p21">
              <a:extLst>
                <a:ext uri="{FF2B5EF4-FFF2-40B4-BE49-F238E27FC236}">
                  <a16:creationId xmlns:a16="http://schemas.microsoft.com/office/drawing/2014/main" id="{E6AF071B-DB7A-7A0B-C61B-C20DCAE6845D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0;p21">
              <a:extLst>
                <a:ext uri="{FF2B5EF4-FFF2-40B4-BE49-F238E27FC236}">
                  <a16:creationId xmlns:a16="http://schemas.microsoft.com/office/drawing/2014/main" id="{C38CDAA5-A3AF-6DEF-F711-E491B40C9463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1;p21">
              <a:extLst>
                <a:ext uri="{FF2B5EF4-FFF2-40B4-BE49-F238E27FC236}">
                  <a16:creationId xmlns:a16="http://schemas.microsoft.com/office/drawing/2014/main" id="{B4090D75-FAD1-584F-6FB1-F6AF53B7650A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2;p21">
              <a:extLst>
                <a:ext uri="{FF2B5EF4-FFF2-40B4-BE49-F238E27FC236}">
                  <a16:creationId xmlns:a16="http://schemas.microsoft.com/office/drawing/2014/main" id="{0C53A8F0-B6F0-D4B6-15AA-DCD1F01A96C1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3;p21">
              <a:extLst>
                <a:ext uri="{FF2B5EF4-FFF2-40B4-BE49-F238E27FC236}">
                  <a16:creationId xmlns:a16="http://schemas.microsoft.com/office/drawing/2014/main" id="{25ABEE0F-10EA-EC09-5EB5-B02214464F6F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4;p21">
              <a:extLst>
                <a:ext uri="{FF2B5EF4-FFF2-40B4-BE49-F238E27FC236}">
                  <a16:creationId xmlns:a16="http://schemas.microsoft.com/office/drawing/2014/main" id="{64E5030C-6687-50ED-A04A-4CB14EDE7B08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5;p21">
              <a:extLst>
                <a:ext uri="{FF2B5EF4-FFF2-40B4-BE49-F238E27FC236}">
                  <a16:creationId xmlns:a16="http://schemas.microsoft.com/office/drawing/2014/main" id="{78DC2DB9-C792-F23B-D9E9-1E653F564A67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6;p21">
              <a:extLst>
                <a:ext uri="{FF2B5EF4-FFF2-40B4-BE49-F238E27FC236}">
                  <a16:creationId xmlns:a16="http://schemas.microsoft.com/office/drawing/2014/main" id="{021156DA-A87C-1D35-53EC-0F31CDCDB05E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;p21">
              <a:extLst>
                <a:ext uri="{FF2B5EF4-FFF2-40B4-BE49-F238E27FC236}">
                  <a16:creationId xmlns:a16="http://schemas.microsoft.com/office/drawing/2014/main" id="{CAFE917C-9D6F-0719-9F3D-116F03FDC1F0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8;p21">
              <a:extLst>
                <a:ext uri="{FF2B5EF4-FFF2-40B4-BE49-F238E27FC236}">
                  <a16:creationId xmlns:a16="http://schemas.microsoft.com/office/drawing/2014/main" id="{6A369BAA-106D-6A30-689C-D227894A9AC6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9;p21">
              <a:extLst>
                <a:ext uri="{FF2B5EF4-FFF2-40B4-BE49-F238E27FC236}">
                  <a16:creationId xmlns:a16="http://schemas.microsoft.com/office/drawing/2014/main" id="{78CA3A8A-DD58-1EA6-1493-8524DDAC7925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0;p21">
              <a:extLst>
                <a:ext uri="{FF2B5EF4-FFF2-40B4-BE49-F238E27FC236}">
                  <a16:creationId xmlns:a16="http://schemas.microsoft.com/office/drawing/2014/main" id="{8C19B069-A397-C635-DCA2-30E10C975FDB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1;p21">
              <a:extLst>
                <a:ext uri="{FF2B5EF4-FFF2-40B4-BE49-F238E27FC236}">
                  <a16:creationId xmlns:a16="http://schemas.microsoft.com/office/drawing/2014/main" id="{25D9A373-315F-1C9D-9856-EDBF16000FDB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2;p21">
              <a:extLst>
                <a:ext uri="{FF2B5EF4-FFF2-40B4-BE49-F238E27FC236}">
                  <a16:creationId xmlns:a16="http://schemas.microsoft.com/office/drawing/2014/main" id="{C3D3A894-9B77-5BBB-E378-C04BED1039ED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;p21">
              <a:extLst>
                <a:ext uri="{FF2B5EF4-FFF2-40B4-BE49-F238E27FC236}">
                  <a16:creationId xmlns:a16="http://schemas.microsoft.com/office/drawing/2014/main" id="{E0CDFEF0-ADA4-F581-5A10-50A4A5E479A8}"/>
                </a:ext>
              </a:extLst>
            </p:cNvPr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;p21">
              <a:extLst>
                <a:ext uri="{FF2B5EF4-FFF2-40B4-BE49-F238E27FC236}">
                  <a16:creationId xmlns:a16="http://schemas.microsoft.com/office/drawing/2014/main" id="{D1F96C14-235E-8AD2-4FE6-81CE1D2249C1}"/>
                </a:ext>
              </a:extLst>
            </p:cNvPr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5;p21">
              <a:extLst>
                <a:ext uri="{FF2B5EF4-FFF2-40B4-BE49-F238E27FC236}">
                  <a16:creationId xmlns:a16="http://schemas.microsoft.com/office/drawing/2014/main" id="{5B81B071-4B89-8525-457D-0C5B4596CB9E}"/>
                </a:ext>
              </a:extLst>
            </p:cNvPr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6;p21">
              <a:extLst>
                <a:ext uri="{FF2B5EF4-FFF2-40B4-BE49-F238E27FC236}">
                  <a16:creationId xmlns:a16="http://schemas.microsoft.com/office/drawing/2014/main" id="{B7C344C2-19E5-EB9A-57C7-DEB4C57DA51E}"/>
                </a:ext>
              </a:extLst>
            </p:cNvPr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7;p21">
              <a:extLst>
                <a:ext uri="{FF2B5EF4-FFF2-40B4-BE49-F238E27FC236}">
                  <a16:creationId xmlns:a16="http://schemas.microsoft.com/office/drawing/2014/main" id="{1B99C5B8-C7CA-187A-E375-68DFB52D86BD}"/>
                </a:ext>
              </a:extLst>
            </p:cNvPr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8;p21">
              <a:extLst>
                <a:ext uri="{FF2B5EF4-FFF2-40B4-BE49-F238E27FC236}">
                  <a16:creationId xmlns:a16="http://schemas.microsoft.com/office/drawing/2014/main" id="{F3983207-D75F-A61E-0655-DC3C99E32D8C}"/>
                </a:ext>
              </a:extLst>
            </p:cNvPr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9;p21">
              <a:extLst>
                <a:ext uri="{FF2B5EF4-FFF2-40B4-BE49-F238E27FC236}">
                  <a16:creationId xmlns:a16="http://schemas.microsoft.com/office/drawing/2014/main" id="{25644902-E069-36F4-C6E4-7C20A47D4A65}"/>
                </a:ext>
              </a:extLst>
            </p:cNvPr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0;p21">
              <a:extLst>
                <a:ext uri="{FF2B5EF4-FFF2-40B4-BE49-F238E27FC236}">
                  <a16:creationId xmlns:a16="http://schemas.microsoft.com/office/drawing/2014/main" id="{5475057F-4D30-EBCE-8D6D-3C01E45B3476}"/>
                </a:ext>
              </a:extLst>
            </p:cNvPr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1;p21">
              <a:extLst>
                <a:ext uri="{FF2B5EF4-FFF2-40B4-BE49-F238E27FC236}">
                  <a16:creationId xmlns:a16="http://schemas.microsoft.com/office/drawing/2014/main" id="{9664C465-9F47-1060-91D6-B19A9C2E8B57}"/>
                </a:ext>
              </a:extLst>
            </p:cNvPr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2;p21">
              <a:extLst>
                <a:ext uri="{FF2B5EF4-FFF2-40B4-BE49-F238E27FC236}">
                  <a16:creationId xmlns:a16="http://schemas.microsoft.com/office/drawing/2014/main" id="{7058DCD6-DF76-5BBA-D960-1431097ED485}"/>
                </a:ext>
              </a:extLst>
            </p:cNvPr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3;p21">
              <a:extLst>
                <a:ext uri="{FF2B5EF4-FFF2-40B4-BE49-F238E27FC236}">
                  <a16:creationId xmlns:a16="http://schemas.microsoft.com/office/drawing/2014/main" id="{9DF33DD1-9A6F-9B41-B333-C1ED4F4E9FBB}"/>
                </a:ext>
              </a:extLst>
            </p:cNvPr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144;p21">
              <a:extLst>
                <a:ext uri="{FF2B5EF4-FFF2-40B4-BE49-F238E27FC236}">
                  <a16:creationId xmlns:a16="http://schemas.microsoft.com/office/drawing/2014/main" id="{1EE6EDAE-B045-27C1-9B44-C243902F5FCD}"/>
                </a:ext>
              </a:extLst>
            </p:cNvPr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145;p21">
              <a:extLst>
                <a:ext uri="{FF2B5EF4-FFF2-40B4-BE49-F238E27FC236}">
                  <a16:creationId xmlns:a16="http://schemas.microsoft.com/office/drawing/2014/main" id="{B20CAE7F-2FC1-1250-51B5-6EDC46331D7B}"/>
                </a:ext>
              </a:extLst>
            </p:cNvPr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46;p21">
              <a:extLst>
                <a:ext uri="{FF2B5EF4-FFF2-40B4-BE49-F238E27FC236}">
                  <a16:creationId xmlns:a16="http://schemas.microsoft.com/office/drawing/2014/main" id="{0050981D-24F2-7A21-55C8-49645C862037}"/>
                </a:ext>
              </a:extLst>
            </p:cNvPr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147;p21">
              <a:extLst>
                <a:ext uri="{FF2B5EF4-FFF2-40B4-BE49-F238E27FC236}">
                  <a16:creationId xmlns:a16="http://schemas.microsoft.com/office/drawing/2014/main" id="{CB385269-7B8D-72F4-8706-47B05C019B57}"/>
                </a:ext>
              </a:extLst>
            </p:cNvPr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148;p21">
              <a:extLst>
                <a:ext uri="{FF2B5EF4-FFF2-40B4-BE49-F238E27FC236}">
                  <a16:creationId xmlns:a16="http://schemas.microsoft.com/office/drawing/2014/main" id="{F90BE3A4-A80C-62FA-8930-E009E9E51ABE}"/>
                </a:ext>
              </a:extLst>
            </p:cNvPr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149;p21">
              <a:extLst>
                <a:ext uri="{FF2B5EF4-FFF2-40B4-BE49-F238E27FC236}">
                  <a16:creationId xmlns:a16="http://schemas.microsoft.com/office/drawing/2014/main" id="{E02A6AB4-DDF1-09B0-CE69-D699BDE28887}"/>
                </a:ext>
              </a:extLst>
            </p:cNvPr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150;p21">
              <a:extLst>
                <a:ext uri="{FF2B5EF4-FFF2-40B4-BE49-F238E27FC236}">
                  <a16:creationId xmlns:a16="http://schemas.microsoft.com/office/drawing/2014/main" id="{5A9479A7-A920-4EEE-86F7-F048EB0C279D}"/>
                </a:ext>
              </a:extLst>
            </p:cNvPr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151;p21">
              <a:extLst>
                <a:ext uri="{FF2B5EF4-FFF2-40B4-BE49-F238E27FC236}">
                  <a16:creationId xmlns:a16="http://schemas.microsoft.com/office/drawing/2014/main" id="{DA0CF7FC-13C9-0D73-CD06-E3AA655CEC27}"/>
                </a:ext>
              </a:extLst>
            </p:cNvPr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09632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B5A19305-D34D-BDFE-09C9-FB33FEA7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1A4D7753-4068-8403-E245-618CA6932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Funkcionalnosti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aplikacije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1EC6D6A5-BF57-98EE-AC5D-3349D1356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5312" y="1283598"/>
            <a:ext cx="4316904" cy="33934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200" b="1" err="1">
                <a:sym typeface="Golos Text Medium"/>
              </a:rPr>
              <a:t>Asinkrona</a:t>
            </a:r>
            <a:r>
              <a:rPr lang="en" sz="1200" b="1">
                <a:sym typeface="Golos Text Medium"/>
              </a:rPr>
              <a:t> </a:t>
            </a:r>
            <a:r>
              <a:rPr lang="en" sz="1200" b="1" err="1">
                <a:sym typeface="Golos Text Medium"/>
              </a:rPr>
              <a:t>obrada</a:t>
            </a:r>
            <a:r>
              <a:rPr lang="en" sz="1200" b="1">
                <a:sym typeface="Golos Text Medium"/>
              </a:rPr>
              <a:t> (</a:t>
            </a:r>
            <a:r>
              <a:rPr lang="en" sz="1200" b="1" err="1">
                <a:sym typeface="Golos Text Medium"/>
              </a:rPr>
              <a:t>QThread</a:t>
            </a:r>
            <a:r>
              <a:rPr lang="en" sz="1200" b="1">
                <a:sym typeface="Golos Text Medium"/>
              </a:rPr>
              <a:t>)</a:t>
            </a:r>
            <a:r>
              <a:rPr lang="en" sz="1200">
                <a:sym typeface="Golos Text Medium"/>
              </a:rPr>
              <a:t> – bez </a:t>
            </a:r>
            <a:r>
              <a:rPr lang="en" sz="1200" err="1">
                <a:sym typeface="Golos Text Medium"/>
              </a:rPr>
              <a:t>zamrzavanja</a:t>
            </a:r>
            <a:r>
              <a:rPr lang="en" sz="1200">
                <a:sym typeface="Golos Text Medium"/>
              </a:rPr>
              <a:t> </a:t>
            </a:r>
            <a:r>
              <a:rPr lang="en" sz="1200" err="1">
                <a:sym typeface="Golos Text Medium"/>
              </a:rPr>
              <a:t>sučelja</a:t>
            </a:r>
            <a:endParaRPr lang="en-US" sz="120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200" b="1" err="1">
                <a:sym typeface="Golos Text Medium"/>
              </a:rPr>
              <a:t>Učitavanje</a:t>
            </a:r>
            <a:r>
              <a:rPr lang="en" sz="1200" b="1">
                <a:sym typeface="Golos Text Medium"/>
              </a:rPr>
              <a:t> </a:t>
            </a:r>
            <a:r>
              <a:rPr lang="en" sz="1200" b="1" err="1">
                <a:sym typeface="Golos Text Medium"/>
              </a:rPr>
              <a:t>i</a:t>
            </a:r>
            <a:r>
              <a:rPr lang="en" sz="1200" b="1">
                <a:sym typeface="Golos Text Medium"/>
              </a:rPr>
              <a:t> </a:t>
            </a:r>
            <a:r>
              <a:rPr lang="en" sz="1200" b="1" err="1">
                <a:sym typeface="Golos Text Medium"/>
              </a:rPr>
              <a:t>obrada</a:t>
            </a:r>
            <a:r>
              <a:rPr lang="en" sz="1200">
                <a:sym typeface="Golos Text Medium"/>
              </a:rPr>
              <a:t> </a:t>
            </a:r>
            <a:r>
              <a:rPr lang="en" sz="1200" err="1">
                <a:sym typeface="Golos Text Medium"/>
              </a:rPr>
              <a:t>slika</a:t>
            </a:r>
            <a:r>
              <a:rPr lang="en" sz="1200">
                <a:sym typeface="Golos Text Medium"/>
              </a:rPr>
              <a:t> (.jpg/.</a:t>
            </a:r>
            <a:r>
              <a:rPr lang="en" sz="1200" err="1">
                <a:sym typeface="Golos Text Medium"/>
              </a:rPr>
              <a:t>png</a:t>
            </a:r>
            <a:r>
              <a:rPr lang="en" sz="1200">
                <a:sym typeface="Golos Text Medium"/>
              </a:rPr>
              <a:t>) </a:t>
            </a:r>
            <a:r>
              <a:rPr lang="en" sz="1200" err="1">
                <a:sym typeface="Golos Text Medium"/>
              </a:rPr>
              <a:t>i</a:t>
            </a:r>
            <a:r>
              <a:rPr lang="en" sz="1200">
                <a:sym typeface="Golos Text Medium"/>
              </a:rPr>
              <a:t> </a:t>
            </a:r>
            <a:r>
              <a:rPr lang="en" sz="1200" err="1">
                <a:sym typeface="Golos Text Medium"/>
              </a:rPr>
              <a:t>videa</a:t>
            </a:r>
            <a:r>
              <a:rPr lang="en" sz="1200">
                <a:sym typeface="Golos Text Medium"/>
              </a:rPr>
              <a:t> (.mp4/.</a:t>
            </a:r>
            <a:r>
              <a:rPr lang="en" sz="1200" err="1">
                <a:sym typeface="Golos Text Medium"/>
              </a:rPr>
              <a:t>avi</a:t>
            </a:r>
            <a:r>
              <a:rPr lang="en" sz="1200">
                <a:sym typeface="Golos Text Medium"/>
              </a:rPr>
              <a:t>)</a:t>
            </a:r>
            <a:endParaRPr lang="en-US" sz="120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200" b="1" err="1">
                <a:sym typeface="Golos Text Medium"/>
              </a:rPr>
              <a:t>Vizualizacija</a:t>
            </a:r>
            <a:r>
              <a:rPr lang="en" sz="1200" b="1">
                <a:sym typeface="Golos Text Medium"/>
              </a:rPr>
              <a:t> </a:t>
            </a:r>
            <a:r>
              <a:rPr lang="en" sz="1200" b="1" err="1">
                <a:sym typeface="Golos Text Medium"/>
              </a:rPr>
              <a:t>rezultata</a:t>
            </a:r>
            <a:r>
              <a:rPr lang="en" sz="1200">
                <a:sym typeface="Golos Text Medium"/>
              </a:rPr>
              <a:t> </a:t>
            </a:r>
            <a:r>
              <a:rPr lang="en" sz="1200" err="1">
                <a:sym typeface="Golos Text Medium"/>
              </a:rPr>
              <a:t>i</a:t>
            </a:r>
            <a:r>
              <a:rPr lang="en" sz="1200">
                <a:sym typeface="Golos Text Medium"/>
              </a:rPr>
              <a:t> </a:t>
            </a:r>
            <a:r>
              <a:rPr lang="en" sz="1200" err="1">
                <a:sym typeface="Golos Text Medium"/>
              </a:rPr>
              <a:t>izvoz</a:t>
            </a:r>
            <a:r>
              <a:rPr lang="en" sz="1200">
                <a:sym typeface="Golos Text Medium"/>
              </a:rPr>
              <a:t> u </a:t>
            </a:r>
            <a:r>
              <a:rPr lang="en" sz="1200" err="1"/>
              <a:t>lokalne</a:t>
            </a:r>
            <a:r>
              <a:rPr lang="en" sz="1200"/>
              <a:t> </a:t>
            </a:r>
            <a:r>
              <a:rPr lang="en" sz="1200" err="1"/>
              <a:t>datoteke</a:t>
            </a:r>
            <a:endParaRPr lang="en-US" sz="120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200" b="1"/>
              <a:t>Sučelje:</a:t>
            </a:r>
            <a:endParaRPr lang="en-US" sz="1200"/>
          </a:p>
          <a:p>
            <a:pPr marL="139700" indent="0">
              <a:lnSpc>
                <a:spcPct val="150000"/>
              </a:lnSpc>
              <a:buNone/>
            </a:pPr>
            <a:r>
              <a:rPr lang="en" sz="1200"/>
              <a:t>   </a:t>
            </a:r>
            <a:r>
              <a:rPr lang="en" sz="1200" err="1"/>
              <a:t>Lijevi</a:t>
            </a:r>
            <a:r>
              <a:rPr lang="en" sz="1200"/>
              <a:t> panel</a:t>
            </a:r>
            <a:r>
              <a:rPr lang="en" sz="1200">
                <a:ea typeface="Golos Text Medium"/>
                <a:sym typeface="Golos Text Medium"/>
              </a:rPr>
              <a:t>: </a:t>
            </a:r>
            <a:r>
              <a:rPr lang="en" sz="1200"/>
              <a:t>Upload</a:t>
            </a:r>
            <a:r>
              <a:rPr lang="en" sz="1200">
                <a:ea typeface="Golos Text Medium"/>
                <a:sym typeface="Golos Text Medium"/>
              </a:rPr>
              <a:t>, </a:t>
            </a:r>
            <a:r>
              <a:rPr lang="en" sz="1200"/>
              <a:t>Detect</a:t>
            </a:r>
            <a:r>
              <a:rPr lang="en" sz="1200">
                <a:ea typeface="Golos Text Medium"/>
                <a:sym typeface="Golos Text Medium"/>
              </a:rPr>
              <a:t>, </a:t>
            </a:r>
            <a:r>
              <a:rPr lang="en" sz="1200" err="1"/>
              <a:t>napredak</a:t>
            </a:r>
            <a:endParaRPr lang="en-US" sz="1200"/>
          </a:p>
          <a:p>
            <a:pPr marL="139700" indent="0">
              <a:lnSpc>
                <a:spcPct val="150000"/>
              </a:lnSpc>
              <a:buNone/>
            </a:pPr>
            <a:r>
              <a:rPr lang="en" sz="1200"/>
              <a:t>   </a:t>
            </a:r>
            <a:r>
              <a:rPr lang="en" sz="1200" err="1"/>
              <a:t>Desni</a:t>
            </a:r>
            <a:r>
              <a:rPr lang="en" sz="1200"/>
              <a:t> panel: </a:t>
            </a:r>
            <a:r>
              <a:rPr lang="en" sz="1200" err="1"/>
              <a:t>Prikaz</a:t>
            </a:r>
            <a:r>
              <a:rPr lang="en" sz="1200"/>
              <a:t> </a:t>
            </a:r>
            <a:r>
              <a:rPr lang="en" sz="1200" err="1"/>
              <a:t>slika</a:t>
            </a:r>
            <a:r>
              <a:rPr lang="en" sz="1200"/>
              <a:t>/</a:t>
            </a:r>
            <a:r>
              <a:rPr lang="en" sz="1200" err="1"/>
              <a:t>videa</a:t>
            </a:r>
            <a:r>
              <a:rPr lang="en" sz="1200"/>
              <a:t>, </a:t>
            </a:r>
            <a:r>
              <a:rPr lang="en" sz="1200" err="1"/>
              <a:t>navigacija</a:t>
            </a:r>
            <a:r>
              <a:rPr lang="en" sz="1200"/>
              <a:t> </a:t>
            </a:r>
            <a:r>
              <a:rPr lang="en" sz="1200" err="1"/>
              <a:t>i</a:t>
            </a:r>
            <a:r>
              <a:rPr lang="en" sz="1200"/>
              <a:t> </a:t>
            </a:r>
            <a:r>
              <a:rPr lang="en" sz="1200" err="1"/>
              <a:t>preuzimanje</a:t>
            </a:r>
            <a:endParaRPr lang="en" sz="1200"/>
          </a:p>
          <a:p>
            <a:pPr>
              <a:lnSpc>
                <a:spcPct val="150000"/>
              </a:lnSpc>
            </a:pPr>
            <a:endParaRPr lang="en" sz="1200">
              <a:latin typeface="Arial"/>
            </a:endParaRPr>
          </a:p>
        </p:txBody>
      </p:sp>
      <p:pic>
        <p:nvPicPr>
          <p:cNvPr id="2" name="Picture 1" descr="Picture">
            <a:extLst>
              <a:ext uri="{FF2B5EF4-FFF2-40B4-BE49-F238E27FC236}">
                <a16:creationId xmlns:a16="http://schemas.microsoft.com/office/drawing/2014/main" id="{6E326F5F-2286-8A16-310C-1DB60675B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870" y="1382078"/>
            <a:ext cx="4739640" cy="281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18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28042C95-25FE-6E0F-4810-7E415DE4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BF81BC70-4460-1612-B7F3-D8A4E82EE0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076" y="109804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Tijek</a:t>
            </a:r>
            <a:r>
              <a:rPr lang="en" sz="2800">
                <a:solidFill>
                  <a:schemeClr val="tx1"/>
                </a:solidFill>
              </a:rPr>
              <a:t> rada </a:t>
            </a:r>
            <a:r>
              <a:rPr lang="en" sz="2800" err="1">
                <a:solidFill>
                  <a:schemeClr val="tx1"/>
                </a:solidFill>
              </a:rPr>
              <a:t>korisnika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84FA969F-5720-D612-79F2-89DC9A3D1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904" y="60237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" sz="1200" b="1" err="1">
                <a:sym typeface="Golos Text Medium"/>
              </a:rPr>
              <a:t>Učitavanje</a:t>
            </a:r>
            <a:r>
              <a:rPr lang="en" sz="1200" b="1"/>
              <a:t>:</a:t>
            </a:r>
            <a:r>
              <a:rPr lang="en" sz="1200"/>
              <a:t> </a:t>
            </a:r>
            <a:r>
              <a:rPr lang="en" sz="1200" err="1"/>
              <a:t>Korisnik</a:t>
            </a:r>
            <a:r>
              <a:rPr lang="en" sz="1200"/>
              <a:t> </a:t>
            </a:r>
            <a:r>
              <a:rPr lang="en" sz="1200" err="1"/>
              <a:t>bira</a:t>
            </a:r>
            <a:r>
              <a:rPr lang="en" sz="1200"/>
              <a:t> </a:t>
            </a:r>
            <a:r>
              <a:rPr lang="en" sz="1200" err="1"/>
              <a:t>slike</a:t>
            </a:r>
            <a:r>
              <a:rPr lang="en" sz="1200"/>
              <a:t> </a:t>
            </a:r>
            <a:r>
              <a:rPr lang="en" sz="1200" err="1"/>
              <a:t>ili</a:t>
            </a:r>
            <a:r>
              <a:rPr lang="en" sz="1200"/>
              <a:t> video</a:t>
            </a:r>
            <a:endParaRPr lang="en-US" sz="1200"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" sz="1200" b="1" err="1"/>
              <a:t>Detekcija</a:t>
            </a:r>
            <a:r>
              <a:rPr lang="en" sz="1200" b="1">
                <a:ea typeface="Golos Text Medium"/>
                <a:sym typeface="Golos Text Medium"/>
              </a:rPr>
              <a:t>:</a:t>
            </a:r>
            <a:r>
              <a:rPr lang="en" sz="1200">
                <a:ea typeface="Golos Text Medium"/>
                <a:sym typeface="Golos Text Medium"/>
              </a:rPr>
              <a:t> </a:t>
            </a:r>
            <a:r>
              <a:rPr lang="en" sz="1200"/>
              <a:t>YOLOv8 </a:t>
            </a:r>
            <a:r>
              <a:rPr lang="en" sz="1200" err="1"/>
              <a:t>pokreće</a:t>
            </a:r>
            <a:r>
              <a:rPr lang="en" sz="1200"/>
              <a:t> </a:t>
            </a:r>
            <a:r>
              <a:rPr lang="en" sz="1200" err="1"/>
              <a:t>analizu</a:t>
            </a:r>
            <a:r>
              <a:rPr lang="en" sz="1200"/>
              <a:t> u </a:t>
            </a:r>
            <a:r>
              <a:rPr lang="en" sz="1200" err="1"/>
              <a:t>pozadini</a:t>
            </a:r>
            <a:endParaRPr lang="en-US" sz="1200">
              <a:latin typeface="Arial"/>
            </a:endParaRPr>
          </a:p>
          <a:p>
            <a:pPr>
              <a:lnSpc>
                <a:spcPct val="200000"/>
              </a:lnSpc>
            </a:pPr>
            <a:r>
              <a:rPr lang="en" sz="1200" b="1" err="1"/>
              <a:t>Rezultati</a:t>
            </a:r>
            <a:r>
              <a:rPr lang="en" sz="1200" b="1"/>
              <a:t>:</a:t>
            </a:r>
            <a:r>
              <a:rPr lang="en" sz="1200"/>
              <a:t> </a:t>
            </a:r>
            <a:r>
              <a:rPr lang="en" sz="1200" err="1"/>
              <a:t>Prikaz</a:t>
            </a:r>
            <a:r>
              <a:rPr lang="en" sz="1200"/>
              <a:t> </a:t>
            </a:r>
            <a:r>
              <a:rPr lang="en" sz="1200" err="1"/>
              <a:t>okvira</a:t>
            </a:r>
            <a:r>
              <a:rPr lang="en" sz="1200"/>
              <a:t> + </a:t>
            </a:r>
            <a:r>
              <a:rPr lang="en" sz="1200" err="1"/>
              <a:t>mogućnost</a:t>
            </a:r>
            <a:r>
              <a:rPr lang="en" sz="1200"/>
              <a:t> </a:t>
            </a:r>
            <a:r>
              <a:rPr lang="en" sz="1200" err="1"/>
              <a:t>preuzimanja</a:t>
            </a:r>
            <a:endParaRPr lang="en-US" sz="1200">
              <a:latin typeface="Arial"/>
            </a:endParaRPr>
          </a:p>
          <a:p>
            <a:pPr marL="139700" indent="0">
              <a:lnSpc>
                <a:spcPct val="200000"/>
              </a:lnSpc>
              <a:buNone/>
            </a:pPr>
            <a:r>
              <a:rPr lang="en" sz="1200"/>
              <a:t>    </a:t>
            </a:r>
            <a:r>
              <a:rPr lang="en" sz="1200" err="1"/>
              <a:t>Intuitivno</a:t>
            </a:r>
            <a:r>
              <a:rPr lang="en" sz="1200"/>
              <a:t>, </a:t>
            </a:r>
            <a:r>
              <a:rPr lang="en" sz="1200" err="1"/>
              <a:t>efikasno</a:t>
            </a:r>
            <a:r>
              <a:rPr lang="en" sz="1200"/>
              <a:t> </a:t>
            </a:r>
            <a:r>
              <a:rPr lang="en" sz="1200" err="1"/>
              <a:t>i</a:t>
            </a:r>
            <a:r>
              <a:rPr lang="en" sz="1200"/>
              <a:t> </a:t>
            </a:r>
            <a:r>
              <a:rPr lang="en" sz="1200" err="1"/>
              <a:t>brzo</a:t>
            </a:r>
            <a:endParaRPr lang="en" sz="1200"/>
          </a:p>
          <a:p>
            <a:pPr>
              <a:lnSpc>
                <a:spcPct val="200000"/>
              </a:lnSpc>
            </a:pPr>
            <a:endParaRPr lang="en" sz="1200"/>
          </a:p>
        </p:txBody>
      </p:sp>
      <p:pic>
        <p:nvPicPr>
          <p:cNvPr id="3" name="Picture 2" descr="Picture">
            <a:extLst>
              <a:ext uri="{FF2B5EF4-FFF2-40B4-BE49-F238E27FC236}">
                <a16:creationId xmlns:a16="http://schemas.microsoft.com/office/drawing/2014/main" id="{3CAFFD43-FF40-30EC-76C9-4DA62969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27" y="2176272"/>
            <a:ext cx="4390311" cy="2569464"/>
          </a:xfrm>
          <a:prstGeom prst="rect">
            <a:avLst/>
          </a:prstGeom>
        </p:spPr>
      </p:pic>
      <p:pic>
        <p:nvPicPr>
          <p:cNvPr id="4" name="Picture 3" descr="Picture">
            <a:extLst>
              <a:ext uri="{FF2B5EF4-FFF2-40B4-BE49-F238E27FC236}">
                <a16:creationId xmlns:a16="http://schemas.microsoft.com/office/drawing/2014/main" id="{9E7E9FC4-581E-6813-C637-711315998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972" y="466344"/>
            <a:ext cx="4226063" cy="29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7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857399C9-0BA6-D747-62A6-885825D9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CCDB0EB5-E336-5278-2407-97B7B65F1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Diskusija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značaj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7FD09AAD-4BC0-FC2C-55D9-9550AF654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100" y="1137294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600">
                <a:sym typeface="Golos Text Medium"/>
              </a:rPr>
              <a:t>Visoka </a:t>
            </a:r>
            <a:r>
              <a:rPr lang="en" sz="1600" err="1">
                <a:sym typeface="Golos Text Medium"/>
              </a:rPr>
              <a:t>tačnost</a:t>
            </a:r>
            <a:r>
              <a:rPr lang="en" sz="1600">
                <a:sym typeface="Golos Text Medium"/>
              </a:rPr>
              <a:t> </a:t>
            </a:r>
            <a:r>
              <a:rPr lang="en" sz="1600" err="1">
                <a:sym typeface="Golos Text Medium"/>
              </a:rPr>
              <a:t>omogućava</a:t>
            </a:r>
            <a:r>
              <a:rPr lang="en" sz="1600"/>
              <a:t>:</a:t>
            </a:r>
            <a:endParaRPr lang="en-US" sz="1600">
              <a:latin typeface="Arial"/>
            </a:endParaRPr>
          </a:p>
          <a:p>
            <a:pPr marL="139700" indent="0">
              <a:lnSpc>
                <a:spcPct val="150000"/>
              </a:lnSpc>
              <a:buNone/>
            </a:pPr>
            <a:r>
              <a:rPr lang="en" sz="1600"/>
              <a:t>  </a:t>
            </a:r>
            <a:r>
              <a:rPr lang="en" sz="1600" err="1"/>
              <a:t>Detekciju</a:t>
            </a:r>
            <a:r>
              <a:rPr lang="en" sz="1600"/>
              <a:t> </a:t>
            </a:r>
            <a:r>
              <a:rPr lang="en" sz="1600" err="1"/>
              <a:t>medvjeda</a:t>
            </a:r>
            <a:endParaRPr lang="en-US"/>
          </a:p>
          <a:p>
            <a:pPr marL="139700" indent="0">
              <a:lnSpc>
                <a:spcPct val="150000"/>
              </a:lnSpc>
              <a:buNone/>
            </a:pPr>
            <a:r>
              <a:rPr lang="en" sz="1600"/>
              <a:t>  </a:t>
            </a:r>
            <a:r>
              <a:rPr lang="en" sz="1600" err="1"/>
              <a:t>Razlikovanje</a:t>
            </a:r>
            <a:r>
              <a:rPr lang="en" sz="1600"/>
              <a:t> </a:t>
            </a:r>
            <a:r>
              <a:rPr lang="en" sz="1600" err="1">
                <a:sym typeface="Golos Text Medium"/>
              </a:rPr>
              <a:t>starosnih</a:t>
            </a:r>
            <a:r>
              <a:rPr lang="en" sz="1600"/>
              <a:t> </a:t>
            </a:r>
            <a:r>
              <a:rPr lang="en" sz="1600" err="1"/>
              <a:t>skupina</a:t>
            </a:r>
            <a:br>
              <a:rPr lang="en" sz="1600"/>
            </a:br>
            <a:r>
              <a:rPr lang="en" sz="1600"/>
              <a:t> </a:t>
            </a:r>
            <a:r>
              <a:rPr lang="en" sz="1600" err="1"/>
              <a:t>Primjena</a:t>
            </a:r>
            <a:r>
              <a:rPr lang="en" sz="1600"/>
              <a:t> u </a:t>
            </a:r>
            <a:r>
              <a:rPr lang="en" sz="1600" b="1" err="1"/>
              <a:t>neinvazivnim</a:t>
            </a:r>
            <a:r>
              <a:rPr lang="en" sz="1600" b="1"/>
              <a:t> </a:t>
            </a:r>
            <a:r>
              <a:rPr lang="en" sz="1600" b="1" err="1"/>
              <a:t>demografskim</a:t>
            </a:r>
            <a:r>
              <a:rPr lang="en" sz="1600" b="1"/>
              <a:t> </a:t>
            </a:r>
            <a:r>
              <a:rPr lang="en" sz="1600" b="1" err="1"/>
              <a:t>analizama</a:t>
            </a:r>
            <a:endParaRPr lang="en-US"/>
          </a:p>
          <a:p>
            <a:pPr>
              <a:lnSpc>
                <a:spcPct val="150000"/>
              </a:lnSpc>
            </a:pPr>
            <a:r>
              <a:rPr lang="en" sz="1600"/>
              <a:t>Projekt </a:t>
            </a:r>
            <a:r>
              <a:rPr lang="en" sz="1600" err="1"/>
              <a:t>podržava</a:t>
            </a:r>
            <a:r>
              <a:rPr lang="en" sz="1600"/>
              <a:t> </a:t>
            </a:r>
            <a:r>
              <a:rPr lang="en" sz="1600" err="1"/>
              <a:t>trendove</a:t>
            </a:r>
            <a:r>
              <a:rPr lang="en" sz="1600"/>
              <a:t> </a:t>
            </a:r>
            <a:r>
              <a:rPr lang="en" sz="1600" err="1"/>
              <a:t>korištenja</a:t>
            </a:r>
            <a:r>
              <a:rPr lang="en" sz="1600"/>
              <a:t> AI u </a:t>
            </a:r>
            <a:r>
              <a:rPr lang="en" sz="1600" err="1"/>
              <a:t>ekologiji</a:t>
            </a:r>
            <a:endParaRPr lang="en"/>
          </a:p>
          <a:p>
            <a:pPr>
              <a:lnSpc>
                <a:spcPct val="150000"/>
              </a:lnSpc>
            </a:pPr>
            <a:endParaRPr lang="en" sz="1600"/>
          </a:p>
        </p:txBody>
      </p:sp>
      <p:grpSp>
        <p:nvGrpSpPr>
          <p:cNvPr id="454" name="Google Shape;84;p21">
            <a:extLst>
              <a:ext uri="{FF2B5EF4-FFF2-40B4-BE49-F238E27FC236}">
                <a16:creationId xmlns:a16="http://schemas.microsoft.com/office/drawing/2014/main" id="{FDF51F7B-BB72-AEAF-4576-8FF2B097994D}"/>
              </a:ext>
            </a:extLst>
          </p:cNvPr>
          <p:cNvGrpSpPr/>
          <p:nvPr/>
        </p:nvGrpSpPr>
        <p:grpSpPr>
          <a:xfrm>
            <a:off x="6507506" y="2917482"/>
            <a:ext cx="3524465" cy="4496731"/>
            <a:chOff x="6483100" y="2237750"/>
            <a:chExt cx="898250" cy="1146075"/>
          </a:xfrm>
        </p:grpSpPr>
        <p:sp>
          <p:nvSpPr>
            <p:cNvPr id="3" name="Google Shape;85;p21">
              <a:extLst>
                <a:ext uri="{FF2B5EF4-FFF2-40B4-BE49-F238E27FC236}">
                  <a16:creationId xmlns:a16="http://schemas.microsoft.com/office/drawing/2014/main" id="{957D24D4-6397-57A2-39BE-409B15774C8D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;p21">
              <a:extLst>
                <a:ext uri="{FF2B5EF4-FFF2-40B4-BE49-F238E27FC236}">
                  <a16:creationId xmlns:a16="http://schemas.microsoft.com/office/drawing/2014/main" id="{794B6A09-36C8-FD5C-2C2F-10646D021016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7;p21">
              <a:extLst>
                <a:ext uri="{FF2B5EF4-FFF2-40B4-BE49-F238E27FC236}">
                  <a16:creationId xmlns:a16="http://schemas.microsoft.com/office/drawing/2014/main" id="{A4194624-2437-4CE8-E17C-40B5AF0DCEA2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8;p21">
              <a:extLst>
                <a:ext uri="{FF2B5EF4-FFF2-40B4-BE49-F238E27FC236}">
                  <a16:creationId xmlns:a16="http://schemas.microsoft.com/office/drawing/2014/main" id="{8AB237B0-430C-7753-A90B-1E09F2C7879E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9;p21">
              <a:extLst>
                <a:ext uri="{FF2B5EF4-FFF2-40B4-BE49-F238E27FC236}">
                  <a16:creationId xmlns:a16="http://schemas.microsoft.com/office/drawing/2014/main" id="{34DCF201-8353-28BA-B89A-383C09A3ABE7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0;p21">
              <a:extLst>
                <a:ext uri="{FF2B5EF4-FFF2-40B4-BE49-F238E27FC236}">
                  <a16:creationId xmlns:a16="http://schemas.microsoft.com/office/drawing/2014/main" id="{671849A9-F56B-52A1-EBF0-D6DEB41E6993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1;p21">
              <a:extLst>
                <a:ext uri="{FF2B5EF4-FFF2-40B4-BE49-F238E27FC236}">
                  <a16:creationId xmlns:a16="http://schemas.microsoft.com/office/drawing/2014/main" id="{AED0A28A-A740-0D2C-3B1C-44F78A4BB405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;p21">
              <a:extLst>
                <a:ext uri="{FF2B5EF4-FFF2-40B4-BE49-F238E27FC236}">
                  <a16:creationId xmlns:a16="http://schemas.microsoft.com/office/drawing/2014/main" id="{081386FA-EFDC-1CA2-B82F-A205FE4F97F8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3;p21">
              <a:extLst>
                <a:ext uri="{FF2B5EF4-FFF2-40B4-BE49-F238E27FC236}">
                  <a16:creationId xmlns:a16="http://schemas.microsoft.com/office/drawing/2014/main" id="{78E5F6ED-D8A4-9DBC-F529-D20735B59CA4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;p21">
              <a:extLst>
                <a:ext uri="{FF2B5EF4-FFF2-40B4-BE49-F238E27FC236}">
                  <a16:creationId xmlns:a16="http://schemas.microsoft.com/office/drawing/2014/main" id="{6429E94B-748A-320E-BF75-47002DB106C3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5;p21">
              <a:extLst>
                <a:ext uri="{FF2B5EF4-FFF2-40B4-BE49-F238E27FC236}">
                  <a16:creationId xmlns:a16="http://schemas.microsoft.com/office/drawing/2014/main" id="{234C42B8-DD79-AC89-84F3-755AB6421DE7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6;p21">
              <a:extLst>
                <a:ext uri="{FF2B5EF4-FFF2-40B4-BE49-F238E27FC236}">
                  <a16:creationId xmlns:a16="http://schemas.microsoft.com/office/drawing/2014/main" id="{795336E8-FD7A-0E53-DE53-77A068C025FF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;p21">
              <a:extLst>
                <a:ext uri="{FF2B5EF4-FFF2-40B4-BE49-F238E27FC236}">
                  <a16:creationId xmlns:a16="http://schemas.microsoft.com/office/drawing/2014/main" id="{0DF43D29-5E40-7C16-1A55-9AC3F3AAD0E8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;p21">
              <a:extLst>
                <a:ext uri="{FF2B5EF4-FFF2-40B4-BE49-F238E27FC236}">
                  <a16:creationId xmlns:a16="http://schemas.microsoft.com/office/drawing/2014/main" id="{E8EF03D8-0684-5E21-29DD-2428F3B4BFB5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9;p21">
              <a:extLst>
                <a:ext uri="{FF2B5EF4-FFF2-40B4-BE49-F238E27FC236}">
                  <a16:creationId xmlns:a16="http://schemas.microsoft.com/office/drawing/2014/main" id="{C0F0C806-CBFA-F7F4-58DA-C86AED7DBF2F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0;p21">
              <a:extLst>
                <a:ext uri="{FF2B5EF4-FFF2-40B4-BE49-F238E27FC236}">
                  <a16:creationId xmlns:a16="http://schemas.microsoft.com/office/drawing/2014/main" id="{9EE41030-03E0-1BB4-8381-AE2F6AE14988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;p21">
              <a:extLst>
                <a:ext uri="{FF2B5EF4-FFF2-40B4-BE49-F238E27FC236}">
                  <a16:creationId xmlns:a16="http://schemas.microsoft.com/office/drawing/2014/main" id="{5A66CA7D-B269-9B5C-8366-471E51B87159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2;p21">
              <a:extLst>
                <a:ext uri="{FF2B5EF4-FFF2-40B4-BE49-F238E27FC236}">
                  <a16:creationId xmlns:a16="http://schemas.microsoft.com/office/drawing/2014/main" id="{01BD5EA3-092C-BB10-C9C9-1D7C5F92B548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3;p21">
              <a:extLst>
                <a:ext uri="{FF2B5EF4-FFF2-40B4-BE49-F238E27FC236}">
                  <a16:creationId xmlns:a16="http://schemas.microsoft.com/office/drawing/2014/main" id="{69844026-3DCE-09B7-1A0B-E5A8164F5D8A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4;p21">
              <a:extLst>
                <a:ext uri="{FF2B5EF4-FFF2-40B4-BE49-F238E27FC236}">
                  <a16:creationId xmlns:a16="http://schemas.microsoft.com/office/drawing/2014/main" id="{07581C41-07F6-18B1-3E49-24E3234C5F15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5;p21">
              <a:extLst>
                <a:ext uri="{FF2B5EF4-FFF2-40B4-BE49-F238E27FC236}">
                  <a16:creationId xmlns:a16="http://schemas.microsoft.com/office/drawing/2014/main" id="{B4D93E88-4C42-617E-0AB0-FF85C57613BE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;p21">
              <a:extLst>
                <a:ext uri="{FF2B5EF4-FFF2-40B4-BE49-F238E27FC236}">
                  <a16:creationId xmlns:a16="http://schemas.microsoft.com/office/drawing/2014/main" id="{48D388D9-7D67-FC49-9C3E-98AC67B2EAB7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7;p21">
              <a:extLst>
                <a:ext uri="{FF2B5EF4-FFF2-40B4-BE49-F238E27FC236}">
                  <a16:creationId xmlns:a16="http://schemas.microsoft.com/office/drawing/2014/main" id="{DF2B0CC5-9E7C-215D-F3FB-3B02DCFDF933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;p21">
              <a:extLst>
                <a:ext uri="{FF2B5EF4-FFF2-40B4-BE49-F238E27FC236}">
                  <a16:creationId xmlns:a16="http://schemas.microsoft.com/office/drawing/2014/main" id="{959F90BE-F42D-A47C-5E85-4A6F35D4848D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;p21">
              <a:extLst>
                <a:ext uri="{FF2B5EF4-FFF2-40B4-BE49-F238E27FC236}">
                  <a16:creationId xmlns:a16="http://schemas.microsoft.com/office/drawing/2014/main" id="{4A37AE60-AD42-6086-0B55-53E3C44DFE3B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0;p21">
              <a:extLst>
                <a:ext uri="{FF2B5EF4-FFF2-40B4-BE49-F238E27FC236}">
                  <a16:creationId xmlns:a16="http://schemas.microsoft.com/office/drawing/2014/main" id="{4166861B-E82A-A6ED-E7C1-375CB394DE96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1;p21">
              <a:extLst>
                <a:ext uri="{FF2B5EF4-FFF2-40B4-BE49-F238E27FC236}">
                  <a16:creationId xmlns:a16="http://schemas.microsoft.com/office/drawing/2014/main" id="{B9BE1F9D-62B4-D4A3-DE9A-316DB5E1657F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2;p21">
              <a:extLst>
                <a:ext uri="{FF2B5EF4-FFF2-40B4-BE49-F238E27FC236}">
                  <a16:creationId xmlns:a16="http://schemas.microsoft.com/office/drawing/2014/main" id="{9F3EC3BA-DE77-0A9D-D6AE-3CDDD15A062A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3;p21">
              <a:extLst>
                <a:ext uri="{FF2B5EF4-FFF2-40B4-BE49-F238E27FC236}">
                  <a16:creationId xmlns:a16="http://schemas.microsoft.com/office/drawing/2014/main" id="{FADFE35E-F0E8-40C5-3CDB-BECAC7C9743D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4;p21">
              <a:extLst>
                <a:ext uri="{FF2B5EF4-FFF2-40B4-BE49-F238E27FC236}">
                  <a16:creationId xmlns:a16="http://schemas.microsoft.com/office/drawing/2014/main" id="{0222EE09-FA5D-8FD0-DE40-F023F189F5BB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5;p21">
              <a:extLst>
                <a:ext uri="{FF2B5EF4-FFF2-40B4-BE49-F238E27FC236}">
                  <a16:creationId xmlns:a16="http://schemas.microsoft.com/office/drawing/2014/main" id="{6A413965-88CF-ECD8-734B-EDFAEF3483C3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6;p21">
              <a:extLst>
                <a:ext uri="{FF2B5EF4-FFF2-40B4-BE49-F238E27FC236}">
                  <a16:creationId xmlns:a16="http://schemas.microsoft.com/office/drawing/2014/main" id="{3AEBF427-8809-4F9F-CA1C-F30DF2368A12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7;p21">
              <a:extLst>
                <a:ext uri="{FF2B5EF4-FFF2-40B4-BE49-F238E27FC236}">
                  <a16:creationId xmlns:a16="http://schemas.microsoft.com/office/drawing/2014/main" id="{FFE711F9-AD54-1326-978F-60F2BB31668D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8;p21">
              <a:extLst>
                <a:ext uri="{FF2B5EF4-FFF2-40B4-BE49-F238E27FC236}">
                  <a16:creationId xmlns:a16="http://schemas.microsoft.com/office/drawing/2014/main" id="{DECC47AA-C8A5-9496-F0A1-C627D3676963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9;p21">
              <a:extLst>
                <a:ext uri="{FF2B5EF4-FFF2-40B4-BE49-F238E27FC236}">
                  <a16:creationId xmlns:a16="http://schemas.microsoft.com/office/drawing/2014/main" id="{39095B00-0FDE-285D-AAC2-33440A0BF57A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0;p21">
              <a:extLst>
                <a:ext uri="{FF2B5EF4-FFF2-40B4-BE49-F238E27FC236}">
                  <a16:creationId xmlns:a16="http://schemas.microsoft.com/office/drawing/2014/main" id="{C4C6AE91-437B-4E45-6150-98172C871B28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1;p21">
              <a:extLst>
                <a:ext uri="{FF2B5EF4-FFF2-40B4-BE49-F238E27FC236}">
                  <a16:creationId xmlns:a16="http://schemas.microsoft.com/office/drawing/2014/main" id="{3FF9CF5A-9FA7-6E5B-6F10-19787448D1F7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2;p21">
              <a:extLst>
                <a:ext uri="{FF2B5EF4-FFF2-40B4-BE49-F238E27FC236}">
                  <a16:creationId xmlns:a16="http://schemas.microsoft.com/office/drawing/2014/main" id="{75EBCB39-A02C-CF94-023E-409A0CB92980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3;p21">
              <a:extLst>
                <a:ext uri="{FF2B5EF4-FFF2-40B4-BE49-F238E27FC236}">
                  <a16:creationId xmlns:a16="http://schemas.microsoft.com/office/drawing/2014/main" id="{FB71F5E2-FDC3-AC8C-4779-43657A23F94E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4;p21">
              <a:extLst>
                <a:ext uri="{FF2B5EF4-FFF2-40B4-BE49-F238E27FC236}">
                  <a16:creationId xmlns:a16="http://schemas.microsoft.com/office/drawing/2014/main" id="{14958496-A8D0-6839-5568-FA4ACBBE9312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5;p21">
              <a:extLst>
                <a:ext uri="{FF2B5EF4-FFF2-40B4-BE49-F238E27FC236}">
                  <a16:creationId xmlns:a16="http://schemas.microsoft.com/office/drawing/2014/main" id="{6DF70C9C-2F8A-A8FA-5CEB-A98A365A6DCA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6;p21">
              <a:extLst>
                <a:ext uri="{FF2B5EF4-FFF2-40B4-BE49-F238E27FC236}">
                  <a16:creationId xmlns:a16="http://schemas.microsoft.com/office/drawing/2014/main" id="{1CFCB76F-E308-70CE-87B9-C1784E072DC3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7;p21">
              <a:extLst>
                <a:ext uri="{FF2B5EF4-FFF2-40B4-BE49-F238E27FC236}">
                  <a16:creationId xmlns:a16="http://schemas.microsoft.com/office/drawing/2014/main" id="{1ADDEAC1-4380-D8AD-A7A6-56D2D1112949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8;p21">
              <a:extLst>
                <a:ext uri="{FF2B5EF4-FFF2-40B4-BE49-F238E27FC236}">
                  <a16:creationId xmlns:a16="http://schemas.microsoft.com/office/drawing/2014/main" id="{AB6734F4-11CA-185C-722E-F7B5ED77A638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9;p21">
              <a:extLst>
                <a:ext uri="{FF2B5EF4-FFF2-40B4-BE49-F238E27FC236}">
                  <a16:creationId xmlns:a16="http://schemas.microsoft.com/office/drawing/2014/main" id="{905B9C62-45EF-BBF0-D339-ECF5BEC3C9B9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0;p21">
              <a:extLst>
                <a:ext uri="{FF2B5EF4-FFF2-40B4-BE49-F238E27FC236}">
                  <a16:creationId xmlns:a16="http://schemas.microsoft.com/office/drawing/2014/main" id="{BAC32305-A8AD-5AB6-5531-9BB43258C8EC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1;p21">
              <a:extLst>
                <a:ext uri="{FF2B5EF4-FFF2-40B4-BE49-F238E27FC236}">
                  <a16:creationId xmlns:a16="http://schemas.microsoft.com/office/drawing/2014/main" id="{696A0F7D-D275-8DBC-411F-C4EB87EC36B0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2;p21">
              <a:extLst>
                <a:ext uri="{FF2B5EF4-FFF2-40B4-BE49-F238E27FC236}">
                  <a16:creationId xmlns:a16="http://schemas.microsoft.com/office/drawing/2014/main" id="{E9B1CC48-7084-0AA9-595B-0BFF9BDBA66B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;p21">
              <a:extLst>
                <a:ext uri="{FF2B5EF4-FFF2-40B4-BE49-F238E27FC236}">
                  <a16:creationId xmlns:a16="http://schemas.microsoft.com/office/drawing/2014/main" id="{92FCAD6E-1B03-E74E-EC0D-2D2A9FBCFDAE}"/>
                </a:ext>
              </a:extLst>
            </p:cNvPr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4;p21">
              <a:extLst>
                <a:ext uri="{FF2B5EF4-FFF2-40B4-BE49-F238E27FC236}">
                  <a16:creationId xmlns:a16="http://schemas.microsoft.com/office/drawing/2014/main" id="{B21EA271-69EB-8706-2804-E23E2B1E8A4A}"/>
                </a:ext>
              </a:extLst>
            </p:cNvPr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5;p21">
              <a:extLst>
                <a:ext uri="{FF2B5EF4-FFF2-40B4-BE49-F238E27FC236}">
                  <a16:creationId xmlns:a16="http://schemas.microsoft.com/office/drawing/2014/main" id="{3625F556-5D15-5FCE-84F4-23699F1D6C3E}"/>
                </a:ext>
              </a:extLst>
            </p:cNvPr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6;p21">
              <a:extLst>
                <a:ext uri="{FF2B5EF4-FFF2-40B4-BE49-F238E27FC236}">
                  <a16:creationId xmlns:a16="http://schemas.microsoft.com/office/drawing/2014/main" id="{95E3D292-DA67-B025-A584-BEDEB12FDC0A}"/>
                </a:ext>
              </a:extLst>
            </p:cNvPr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7;p21">
              <a:extLst>
                <a:ext uri="{FF2B5EF4-FFF2-40B4-BE49-F238E27FC236}">
                  <a16:creationId xmlns:a16="http://schemas.microsoft.com/office/drawing/2014/main" id="{7C070C13-171B-FC4F-10DC-14ED2C9D7C7E}"/>
                </a:ext>
              </a:extLst>
            </p:cNvPr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8;p21">
              <a:extLst>
                <a:ext uri="{FF2B5EF4-FFF2-40B4-BE49-F238E27FC236}">
                  <a16:creationId xmlns:a16="http://schemas.microsoft.com/office/drawing/2014/main" id="{0DEDCFBD-AF8A-42BD-B843-29B188D674D7}"/>
                </a:ext>
              </a:extLst>
            </p:cNvPr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9;p21">
              <a:extLst>
                <a:ext uri="{FF2B5EF4-FFF2-40B4-BE49-F238E27FC236}">
                  <a16:creationId xmlns:a16="http://schemas.microsoft.com/office/drawing/2014/main" id="{EA4FA1AC-0E65-A419-51A4-A4F83968B32B}"/>
                </a:ext>
              </a:extLst>
            </p:cNvPr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0;p21">
              <a:extLst>
                <a:ext uri="{FF2B5EF4-FFF2-40B4-BE49-F238E27FC236}">
                  <a16:creationId xmlns:a16="http://schemas.microsoft.com/office/drawing/2014/main" id="{01088C7F-FBB6-F75F-33F4-D52CFDC81602}"/>
                </a:ext>
              </a:extLst>
            </p:cNvPr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1;p21">
              <a:extLst>
                <a:ext uri="{FF2B5EF4-FFF2-40B4-BE49-F238E27FC236}">
                  <a16:creationId xmlns:a16="http://schemas.microsoft.com/office/drawing/2014/main" id="{63567579-228C-11C3-36A8-ACC1AF6473E4}"/>
                </a:ext>
              </a:extLst>
            </p:cNvPr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2;p21">
              <a:extLst>
                <a:ext uri="{FF2B5EF4-FFF2-40B4-BE49-F238E27FC236}">
                  <a16:creationId xmlns:a16="http://schemas.microsoft.com/office/drawing/2014/main" id="{CC020DE2-4455-A7D2-90A1-376449239A4F}"/>
                </a:ext>
              </a:extLst>
            </p:cNvPr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3;p21">
              <a:extLst>
                <a:ext uri="{FF2B5EF4-FFF2-40B4-BE49-F238E27FC236}">
                  <a16:creationId xmlns:a16="http://schemas.microsoft.com/office/drawing/2014/main" id="{39434872-C41C-BA34-FAE7-5226123FCD4A}"/>
                </a:ext>
              </a:extLst>
            </p:cNvPr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4;p21">
              <a:extLst>
                <a:ext uri="{FF2B5EF4-FFF2-40B4-BE49-F238E27FC236}">
                  <a16:creationId xmlns:a16="http://schemas.microsoft.com/office/drawing/2014/main" id="{3E52A226-43E9-6DD9-9F75-B8989151E60F}"/>
                </a:ext>
              </a:extLst>
            </p:cNvPr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5;p21">
              <a:extLst>
                <a:ext uri="{FF2B5EF4-FFF2-40B4-BE49-F238E27FC236}">
                  <a16:creationId xmlns:a16="http://schemas.microsoft.com/office/drawing/2014/main" id="{C1358767-8911-D1CC-AA0A-D2B8FAAC64C4}"/>
                </a:ext>
              </a:extLst>
            </p:cNvPr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146;p21">
              <a:extLst>
                <a:ext uri="{FF2B5EF4-FFF2-40B4-BE49-F238E27FC236}">
                  <a16:creationId xmlns:a16="http://schemas.microsoft.com/office/drawing/2014/main" id="{128CB718-A5CD-00BC-CCBB-CF25FCE29C37}"/>
                </a:ext>
              </a:extLst>
            </p:cNvPr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147;p21">
              <a:extLst>
                <a:ext uri="{FF2B5EF4-FFF2-40B4-BE49-F238E27FC236}">
                  <a16:creationId xmlns:a16="http://schemas.microsoft.com/office/drawing/2014/main" id="{BE27498C-31D4-33EE-4069-7C909E43BF3D}"/>
                </a:ext>
              </a:extLst>
            </p:cNvPr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48;p21">
              <a:extLst>
                <a:ext uri="{FF2B5EF4-FFF2-40B4-BE49-F238E27FC236}">
                  <a16:creationId xmlns:a16="http://schemas.microsoft.com/office/drawing/2014/main" id="{CDB52B74-2EF1-F15F-FC4E-B193B5A90075}"/>
                </a:ext>
              </a:extLst>
            </p:cNvPr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149;p21">
              <a:extLst>
                <a:ext uri="{FF2B5EF4-FFF2-40B4-BE49-F238E27FC236}">
                  <a16:creationId xmlns:a16="http://schemas.microsoft.com/office/drawing/2014/main" id="{026D8437-9809-839D-227C-5B5660F1AF88}"/>
                </a:ext>
              </a:extLst>
            </p:cNvPr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150;p21">
              <a:extLst>
                <a:ext uri="{FF2B5EF4-FFF2-40B4-BE49-F238E27FC236}">
                  <a16:creationId xmlns:a16="http://schemas.microsoft.com/office/drawing/2014/main" id="{B4A31C50-460D-E9A9-A142-4EF0389B474C}"/>
                </a:ext>
              </a:extLst>
            </p:cNvPr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151;p21">
              <a:extLst>
                <a:ext uri="{FF2B5EF4-FFF2-40B4-BE49-F238E27FC236}">
                  <a16:creationId xmlns:a16="http://schemas.microsoft.com/office/drawing/2014/main" id="{3879C898-C3EB-DC42-D5BA-D25146E56822}"/>
                </a:ext>
              </a:extLst>
            </p:cNvPr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7604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292EE82B-A40B-A6F6-C0E8-5BB23402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>
            <a:extLst>
              <a:ext uri="{FF2B5EF4-FFF2-40B4-BE49-F238E27FC236}">
                <a16:creationId xmlns:a16="http://schemas.microsoft.com/office/drawing/2014/main" id="{B2BCAFFD-DC21-C4F2-9C0A-0215C885D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800" err="1">
                <a:solidFill>
                  <a:schemeClr val="tx1"/>
                </a:solidFill>
              </a:rPr>
              <a:t>Ograničenja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modela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i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buduće</a:t>
            </a:r>
            <a:r>
              <a:rPr lang="en" sz="2800">
                <a:solidFill>
                  <a:schemeClr val="tx1"/>
                </a:solidFill>
              </a:rPr>
              <a:t> </a:t>
            </a:r>
            <a:r>
              <a:rPr lang="en" sz="2800" err="1">
                <a:solidFill>
                  <a:schemeClr val="tx1"/>
                </a:solidFill>
              </a:rPr>
              <a:t>nadogradnje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478" name="Google Shape;478;p30">
            <a:extLst>
              <a:ext uri="{FF2B5EF4-FFF2-40B4-BE49-F238E27FC236}">
                <a16:creationId xmlns:a16="http://schemas.microsoft.com/office/drawing/2014/main" id="{263917D6-07D7-B541-0DC5-215B0D315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100" y="1137294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600" b="1" err="1">
                <a:sym typeface="Golos Text Medium"/>
              </a:rPr>
              <a:t>Pristranost</a:t>
            </a:r>
            <a:r>
              <a:rPr lang="en" sz="1600" b="1">
                <a:sym typeface="Golos Text Medium"/>
              </a:rPr>
              <a:t> </a:t>
            </a:r>
            <a:r>
              <a:rPr lang="en" sz="1600" b="1" err="1">
                <a:sym typeface="Golos Text Medium"/>
              </a:rPr>
              <a:t>skupa</a:t>
            </a:r>
            <a:r>
              <a:rPr lang="en" sz="1600" b="1">
                <a:sym typeface="Golos Text Medium"/>
              </a:rPr>
              <a:t> </a:t>
            </a:r>
            <a:r>
              <a:rPr lang="en" sz="1600" b="1" err="1">
                <a:sym typeface="Golos Text Medium"/>
              </a:rPr>
              <a:t>podataka</a:t>
            </a:r>
            <a:r>
              <a:rPr lang="en" sz="1600" b="1">
                <a:sym typeface="Golos Text Medium"/>
              </a:rPr>
              <a:t>:</a:t>
            </a:r>
            <a:r>
              <a:rPr lang="en" sz="1600">
                <a:sym typeface="Golos Text Medium"/>
              </a:rPr>
              <a:t> </a:t>
            </a:r>
            <a:r>
              <a:rPr lang="en" sz="1600" err="1">
                <a:sym typeface="Golos Text Medium"/>
              </a:rPr>
              <a:t>Ograničena</a:t>
            </a:r>
            <a:r>
              <a:rPr lang="en" sz="1600">
                <a:sym typeface="Golos Text Medium"/>
              </a:rPr>
              <a:t> </a:t>
            </a:r>
            <a:r>
              <a:rPr lang="en" sz="1600" err="1"/>
              <a:t>geografska</a:t>
            </a:r>
            <a:r>
              <a:rPr lang="en" sz="1600"/>
              <a:t> </a:t>
            </a:r>
            <a:r>
              <a:rPr lang="en" sz="1600" err="1"/>
              <a:t>raznolikost</a:t>
            </a:r>
            <a:endParaRPr lang="en-US" sz="1600" err="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600" b="1" err="1"/>
              <a:t>Otvoreni</a:t>
            </a:r>
            <a:r>
              <a:rPr lang="en" sz="1600" b="1"/>
              <a:t> </a:t>
            </a:r>
            <a:r>
              <a:rPr lang="en" sz="1600" b="1" err="1">
                <a:sym typeface="Golos Text Medium"/>
              </a:rPr>
              <a:t>svijet</a:t>
            </a:r>
            <a:r>
              <a:rPr lang="en" sz="1600" b="1"/>
              <a:t>:</a:t>
            </a:r>
            <a:r>
              <a:rPr lang="en" sz="1600">
                <a:sym typeface="Golos Text Medium"/>
              </a:rPr>
              <a:t> </a:t>
            </a:r>
            <a:r>
              <a:rPr lang="en" sz="1600" err="1"/>
              <a:t>Varijabilni</a:t>
            </a:r>
            <a:r>
              <a:rPr lang="en" sz="1600"/>
              <a:t> </a:t>
            </a:r>
            <a:r>
              <a:rPr lang="en" sz="1600" err="1"/>
              <a:t>uslovi</a:t>
            </a:r>
            <a:r>
              <a:rPr lang="en" sz="1600"/>
              <a:t> – </a:t>
            </a:r>
            <a:r>
              <a:rPr lang="en" sz="1600" err="1"/>
              <a:t>noć</a:t>
            </a:r>
            <a:r>
              <a:rPr lang="en" sz="1600"/>
              <a:t>, </a:t>
            </a:r>
            <a:r>
              <a:rPr lang="en" sz="1600" err="1"/>
              <a:t>loše</a:t>
            </a:r>
            <a:r>
              <a:rPr lang="en" sz="1600"/>
              <a:t> </a:t>
            </a:r>
            <a:r>
              <a:rPr lang="en" sz="1600" err="1"/>
              <a:t>vrijeme</a:t>
            </a:r>
            <a:endParaRPr lang="en-US" sz="1600" err="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" sz="1600" err="1"/>
              <a:t>Potrebno</a:t>
            </a:r>
            <a:r>
              <a:rPr lang="en" sz="1600"/>
              <a:t> </a:t>
            </a:r>
            <a:r>
              <a:rPr lang="en" sz="1600" err="1"/>
              <a:t>više</a:t>
            </a:r>
            <a:r>
              <a:rPr lang="en" sz="1600"/>
              <a:t> </a:t>
            </a:r>
            <a:r>
              <a:rPr lang="en" sz="1600" err="1"/>
              <a:t>testiranja</a:t>
            </a:r>
            <a:r>
              <a:rPr lang="en" sz="1600"/>
              <a:t> </a:t>
            </a:r>
            <a:r>
              <a:rPr lang="en" sz="1600" err="1"/>
              <a:t>na</a:t>
            </a:r>
            <a:r>
              <a:rPr lang="en" sz="1600"/>
              <a:t> </a:t>
            </a:r>
            <a:r>
              <a:rPr lang="en" sz="1600" err="1"/>
              <a:t>nepoznatim</a:t>
            </a:r>
            <a:r>
              <a:rPr lang="en" sz="1600"/>
              <a:t> (out-of-distribution) </a:t>
            </a:r>
            <a:r>
              <a:rPr lang="en" sz="1600" err="1"/>
              <a:t>podacima</a:t>
            </a:r>
            <a:endParaRPr lang="en-US" sz="1600">
              <a:latin typeface="Arial"/>
            </a:endParaRPr>
          </a:p>
          <a:p>
            <a:pPr>
              <a:lnSpc>
                <a:spcPct val="150000"/>
              </a:lnSpc>
            </a:pPr>
            <a:endParaRPr lang="en" sz="1600"/>
          </a:p>
          <a:p>
            <a:pPr>
              <a:lnSpc>
                <a:spcPct val="114999"/>
              </a:lnSpc>
            </a:pPr>
            <a:r>
              <a:rPr lang="en" sz="1600" b="1" err="1"/>
              <a:t>Moguće</a:t>
            </a:r>
            <a:r>
              <a:rPr lang="en" sz="1600" b="1"/>
              <a:t> </a:t>
            </a:r>
            <a:r>
              <a:rPr lang="en" sz="1600" b="1" err="1"/>
              <a:t>proširenje</a:t>
            </a:r>
            <a:r>
              <a:rPr lang="en" sz="1600" b="1"/>
              <a:t>:</a:t>
            </a:r>
            <a:endParaRPr lang="en" sz="1600"/>
          </a:p>
          <a:p>
            <a:pPr marL="139700" indent="0">
              <a:lnSpc>
                <a:spcPct val="114999"/>
              </a:lnSpc>
              <a:buNone/>
            </a:pPr>
            <a:r>
              <a:rPr lang="en" sz="1600"/>
              <a:t>  Re-</a:t>
            </a:r>
            <a:r>
              <a:rPr lang="en" sz="1600" err="1"/>
              <a:t>identifikacija</a:t>
            </a:r>
            <a:r>
              <a:rPr lang="en" sz="1600"/>
              <a:t> </a:t>
            </a:r>
            <a:r>
              <a:rPr lang="en" sz="1600" err="1"/>
              <a:t>jedinki</a:t>
            </a:r>
            <a:r>
              <a:rPr lang="en" sz="1600"/>
              <a:t> (</a:t>
            </a:r>
            <a:r>
              <a:rPr lang="en" sz="1600" err="1"/>
              <a:t>biometrijski</a:t>
            </a:r>
            <a:r>
              <a:rPr lang="en" sz="1600"/>
              <a:t> </a:t>
            </a:r>
            <a:r>
              <a:rPr lang="en" sz="1600" err="1"/>
              <a:t>potpis</a:t>
            </a:r>
            <a:r>
              <a:rPr lang="en" sz="1600"/>
              <a:t>)</a:t>
            </a:r>
            <a:endParaRPr lang="en"/>
          </a:p>
          <a:p>
            <a:pPr marL="139700" indent="0">
              <a:lnSpc>
                <a:spcPct val="114999"/>
              </a:lnSpc>
              <a:buNone/>
            </a:pPr>
            <a:r>
              <a:rPr lang="en" sz="1600"/>
              <a:t>  </a:t>
            </a:r>
            <a:r>
              <a:rPr lang="en" sz="1600" err="1"/>
              <a:t>Detekcija</a:t>
            </a:r>
            <a:r>
              <a:rPr lang="en" sz="1600"/>
              <a:t> </a:t>
            </a:r>
            <a:r>
              <a:rPr lang="en" sz="1600" err="1"/>
              <a:t>više</a:t>
            </a:r>
            <a:r>
              <a:rPr lang="en" sz="1600"/>
              <a:t> </a:t>
            </a:r>
            <a:r>
              <a:rPr lang="en" sz="1600" err="1"/>
              <a:t>vrsta</a:t>
            </a:r>
            <a:r>
              <a:rPr lang="en" sz="1600"/>
              <a:t> u </a:t>
            </a:r>
            <a:r>
              <a:rPr lang="en" sz="1600" err="1"/>
              <a:t>istom</a:t>
            </a:r>
            <a:r>
              <a:rPr lang="en" sz="1600"/>
              <a:t> </a:t>
            </a:r>
            <a:r>
              <a:rPr lang="en" sz="1600" err="1"/>
              <a:t>staništu</a:t>
            </a:r>
            <a:endParaRPr lang="en" err="1"/>
          </a:p>
          <a:p>
            <a:pPr marL="139700" indent="0">
              <a:lnSpc>
                <a:spcPct val="114999"/>
              </a:lnSpc>
              <a:buNone/>
            </a:pPr>
            <a:r>
              <a:rPr lang="en" sz="1600" b="1"/>
              <a:t>  Edge AI </a:t>
            </a:r>
            <a:r>
              <a:rPr lang="en" sz="1600" b="1" err="1"/>
              <a:t>implementacija</a:t>
            </a:r>
            <a:r>
              <a:rPr lang="en" sz="1600"/>
              <a:t> (</a:t>
            </a:r>
            <a:r>
              <a:rPr lang="en" sz="1600" err="1"/>
              <a:t>npr</a:t>
            </a:r>
            <a:r>
              <a:rPr lang="en" sz="1600"/>
              <a:t>. </a:t>
            </a:r>
            <a:r>
              <a:rPr lang="en" sz="1600" err="1"/>
              <a:t>pametne</a:t>
            </a:r>
            <a:r>
              <a:rPr lang="en" sz="1600"/>
              <a:t> </a:t>
            </a:r>
            <a:r>
              <a:rPr lang="en" sz="1600" err="1"/>
              <a:t>kamera-zamke</a:t>
            </a:r>
            <a:r>
              <a:rPr lang="en" sz="1600"/>
              <a:t>)</a:t>
            </a:r>
            <a:endParaRPr lang="en"/>
          </a:p>
          <a:p>
            <a:pPr>
              <a:lnSpc>
                <a:spcPct val="114999"/>
              </a:lnSpc>
            </a:pPr>
            <a:r>
              <a:rPr lang="en" sz="1600"/>
              <a:t>Fokus: </a:t>
            </a:r>
            <a:r>
              <a:rPr lang="en" sz="1600" b="1" err="1"/>
              <a:t>Optimizacija</a:t>
            </a:r>
            <a:r>
              <a:rPr lang="en" sz="1600" b="1"/>
              <a:t>, </a:t>
            </a:r>
            <a:r>
              <a:rPr lang="en" sz="1600" b="1" err="1"/>
              <a:t>skalabilnost</a:t>
            </a:r>
            <a:r>
              <a:rPr lang="en" sz="1600" b="1"/>
              <a:t> </a:t>
            </a:r>
            <a:r>
              <a:rPr lang="en" sz="1600" b="1" err="1"/>
              <a:t>i</a:t>
            </a:r>
            <a:r>
              <a:rPr lang="en" sz="1600" b="1"/>
              <a:t> </a:t>
            </a:r>
            <a:r>
              <a:rPr lang="en" sz="1600" b="1" err="1"/>
              <a:t>lokalna</a:t>
            </a:r>
            <a:r>
              <a:rPr lang="en" sz="1600" b="1"/>
              <a:t> </a:t>
            </a:r>
            <a:r>
              <a:rPr lang="en" sz="1600" b="1" err="1"/>
              <a:t>obrada</a:t>
            </a:r>
            <a:endParaRPr lang="en" err="1"/>
          </a:p>
          <a:p>
            <a:pPr>
              <a:lnSpc>
                <a:spcPct val="150000"/>
              </a:lnSpc>
            </a:pPr>
            <a:endParaRPr lang="en" sz="1600"/>
          </a:p>
        </p:txBody>
      </p:sp>
    </p:spTree>
    <p:extLst>
      <p:ext uri="{BB962C8B-B14F-4D97-AF65-F5344CB8AC3E}">
        <p14:creationId xmlns:p14="http://schemas.microsoft.com/office/powerpoint/2010/main" val="464972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"/>
          <p:cNvSpPr txBox="1">
            <a:spLocks noGrp="1"/>
          </p:cNvSpPr>
          <p:nvPr>
            <p:ph type="title"/>
          </p:nvPr>
        </p:nvSpPr>
        <p:spPr>
          <a:xfrm>
            <a:off x="472784" y="1701822"/>
            <a:ext cx="5345604" cy="17351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>
                <a:solidFill>
                  <a:srgbClr val="333746"/>
                </a:solidFill>
              </a:rPr>
              <a:t>Izazovi </a:t>
            </a:r>
            <a:r>
              <a:rPr lang="en" err="1">
                <a:solidFill>
                  <a:srgbClr val="333746"/>
                </a:solidFill>
              </a:rPr>
              <a:t>i</a:t>
            </a:r>
            <a:r>
              <a:rPr lang="en">
                <a:solidFill>
                  <a:srgbClr val="333746"/>
                </a:solidFill>
              </a:rPr>
              <a:t> </a:t>
            </a:r>
            <a:r>
              <a:rPr lang="en" err="1">
                <a:solidFill>
                  <a:srgbClr val="333746"/>
                </a:solidFill>
              </a:rPr>
              <a:t>budući</a:t>
            </a:r>
            <a:r>
              <a:rPr lang="en">
                <a:solidFill>
                  <a:srgbClr val="333746"/>
                </a:solidFill>
              </a:rPr>
              <a:t> rad</a:t>
            </a:r>
            <a:endParaRPr lang="en-US">
              <a:solidFill>
                <a:srgbClr val="333746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495" name="Google Shape;495;p32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496" name="Google Shape;496;p32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pic>
        <p:nvPicPr>
          <p:cNvPr id="2" name="Picture 1" descr="Ai PNG Transparent Images Free Download | Vector Files | Pngtree">
            <a:extLst>
              <a:ext uri="{FF2B5EF4-FFF2-40B4-BE49-F238E27FC236}">
                <a16:creationId xmlns:a16="http://schemas.microsoft.com/office/drawing/2014/main" id="{92AFF326-08B4-6591-F46D-22468AC2E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53721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1304;p44">
            <a:extLst>
              <a:ext uri="{FF2B5EF4-FFF2-40B4-BE49-F238E27FC236}">
                <a16:creationId xmlns:a16="http://schemas.microsoft.com/office/drawing/2014/main" id="{567204E1-0467-2BEB-98BE-FE84DEF0952C}"/>
              </a:ext>
            </a:extLst>
          </p:cNvPr>
          <p:cNvGrpSpPr/>
          <p:nvPr/>
        </p:nvGrpSpPr>
        <p:grpSpPr>
          <a:xfrm>
            <a:off x="140" y="3796127"/>
            <a:ext cx="10218115" cy="1001090"/>
            <a:chOff x="6336019" y="3733725"/>
            <a:chExt cx="2566206" cy="351310"/>
          </a:xfrm>
        </p:grpSpPr>
        <p:sp>
          <p:nvSpPr>
            <p:cNvPr id="30" name="Google Shape;1305;p44">
              <a:extLst>
                <a:ext uri="{FF2B5EF4-FFF2-40B4-BE49-F238E27FC236}">
                  <a16:creationId xmlns:a16="http://schemas.microsoft.com/office/drawing/2014/main" id="{F8BB9DE1-4BA8-7315-BDDD-DFC71F447FDA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6;p44">
              <a:extLst>
                <a:ext uri="{FF2B5EF4-FFF2-40B4-BE49-F238E27FC236}">
                  <a16:creationId xmlns:a16="http://schemas.microsoft.com/office/drawing/2014/main" id="{5AE445B9-1AB8-4F5D-94D9-8CA640BFC1DD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07;p44">
              <a:extLst>
                <a:ext uri="{FF2B5EF4-FFF2-40B4-BE49-F238E27FC236}">
                  <a16:creationId xmlns:a16="http://schemas.microsoft.com/office/drawing/2014/main" id="{1D766A68-E84A-C720-85EE-C983BB183FEE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08;p44">
              <a:extLst>
                <a:ext uri="{FF2B5EF4-FFF2-40B4-BE49-F238E27FC236}">
                  <a16:creationId xmlns:a16="http://schemas.microsoft.com/office/drawing/2014/main" id="{37853AD8-1A0E-088A-EC89-81EDD58991C5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304;p44">
            <a:extLst>
              <a:ext uri="{FF2B5EF4-FFF2-40B4-BE49-F238E27FC236}">
                <a16:creationId xmlns:a16="http://schemas.microsoft.com/office/drawing/2014/main" id="{DFF82A86-34A4-E316-A31C-EAD9B36CAE6F}"/>
              </a:ext>
            </a:extLst>
          </p:cNvPr>
          <p:cNvGrpSpPr/>
          <p:nvPr/>
        </p:nvGrpSpPr>
        <p:grpSpPr>
          <a:xfrm flipH="1">
            <a:off x="-776622" y="2783013"/>
            <a:ext cx="9498632" cy="1014080"/>
            <a:chOff x="6336019" y="3733725"/>
            <a:chExt cx="2566206" cy="351310"/>
          </a:xfrm>
        </p:grpSpPr>
        <p:sp>
          <p:nvSpPr>
            <p:cNvPr id="18" name="Google Shape;1305;p44">
              <a:extLst>
                <a:ext uri="{FF2B5EF4-FFF2-40B4-BE49-F238E27FC236}">
                  <a16:creationId xmlns:a16="http://schemas.microsoft.com/office/drawing/2014/main" id="{1539087E-9BD9-A9EF-0F76-7FB13A04131D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06;p44">
              <a:extLst>
                <a:ext uri="{FF2B5EF4-FFF2-40B4-BE49-F238E27FC236}">
                  <a16:creationId xmlns:a16="http://schemas.microsoft.com/office/drawing/2014/main" id="{FFB8048C-0F06-A0BA-5FE5-28C686274F5B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7;p44">
              <a:extLst>
                <a:ext uri="{FF2B5EF4-FFF2-40B4-BE49-F238E27FC236}">
                  <a16:creationId xmlns:a16="http://schemas.microsoft.com/office/drawing/2014/main" id="{32555350-7442-57CF-8A6F-2054A9C2AA6E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8;p44">
              <a:extLst>
                <a:ext uri="{FF2B5EF4-FFF2-40B4-BE49-F238E27FC236}">
                  <a16:creationId xmlns:a16="http://schemas.microsoft.com/office/drawing/2014/main" id="{B09E0625-2409-E7A1-5159-37789D37BE22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304;p44">
            <a:extLst>
              <a:ext uri="{FF2B5EF4-FFF2-40B4-BE49-F238E27FC236}">
                <a16:creationId xmlns:a16="http://schemas.microsoft.com/office/drawing/2014/main" id="{AC9E1975-24AE-51F1-D3CA-E68D2D6E7737}"/>
              </a:ext>
            </a:extLst>
          </p:cNvPr>
          <p:cNvGrpSpPr/>
          <p:nvPr/>
        </p:nvGrpSpPr>
        <p:grpSpPr>
          <a:xfrm>
            <a:off x="140" y="1769900"/>
            <a:ext cx="10218114" cy="1014079"/>
            <a:chOff x="6336019" y="3733725"/>
            <a:chExt cx="2566206" cy="351310"/>
          </a:xfrm>
        </p:grpSpPr>
        <p:sp>
          <p:nvSpPr>
            <p:cNvPr id="12" name="Google Shape;1305;p44">
              <a:extLst>
                <a:ext uri="{FF2B5EF4-FFF2-40B4-BE49-F238E27FC236}">
                  <a16:creationId xmlns:a16="http://schemas.microsoft.com/office/drawing/2014/main" id="{FBEF2D17-2D81-51E8-1054-D19317E205A3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06;p44">
              <a:extLst>
                <a:ext uri="{FF2B5EF4-FFF2-40B4-BE49-F238E27FC236}">
                  <a16:creationId xmlns:a16="http://schemas.microsoft.com/office/drawing/2014/main" id="{892E2618-C53D-5D9D-0F44-0FD2EDA020D9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07;p44">
              <a:extLst>
                <a:ext uri="{FF2B5EF4-FFF2-40B4-BE49-F238E27FC236}">
                  <a16:creationId xmlns:a16="http://schemas.microsoft.com/office/drawing/2014/main" id="{48CCA91E-CDCB-04B7-B56C-6A4E8985D189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08;p44">
              <a:extLst>
                <a:ext uri="{FF2B5EF4-FFF2-40B4-BE49-F238E27FC236}">
                  <a16:creationId xmlns:a16="http://schemas.microsoft.com/office/drawing/2014/main" id="{D676AB54-7B25-1F50-C16F-1AAE821440AA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ubtitle 3">
            <a:extLst>
              <a:ext uri="{FF2B5EF4-FFF2-40B4-BE49-F238E27FC236}">
                <a16:creationId xmlns:a16="http://schemas.microsoft.com/office/drawing/2014/main" id="{896AD539-FDF0-8D11-F662-537F9EFB2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0" y="1767700"/>
            <a:ext cx="2291669" cy="3031199"/>
          </a:xfrm>
        </p:spPr>
        <p:txBody>
          <a:bodyPr/>
          <a:lstStyle/>
          <a:p>
            <a:pPr marL="139700" indent="0"/>
            <a:endParaRPr lang="en-US"/>
          </a:p>
          <a:p>
            <a:pPr marL="139700" indent="0"/>
            <a:r>
              <a:rPr lang="en-US" err="1"/>
              <a:t>Kvalitet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dostupnost</a:t>
            </a:r>
            <a:r>
              <a:rPr lang="en-US"/>
              <a:t> </a:t>
            </a:r>
            <a:r>
              <a:rPr lang="en-US" err="1"/>
              <a:t>podataka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endParaRPr lang="en-US">
              <a:solidFill>
                <a:srgbClr val="333746"/>
              </a:solidFill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333746"/>
              </a:solidFill>
            </a:endParaRPr>
          </a:p>
          <a:p>
            <a:pPr marL="139700" indent="0"/>
            <a:r>
              <a:rPr lang="en-US" err="1">
                <a:solidFill>
                  <a:srgbClr val="333746"/>
                </a:solidFill>
              </a:rPr>
              <a:t>Varijabilnost</a:t>
            </a:r>
            <a:r>
              <a:rPr lang="en-US">
                <a:solidFill>
                  <a:srgbClr val="333746"/>
                </a:solidFill>
              </a:rPr>
              <a:t> </a:t>
            </a:r>
            <a:r>
              <a:rPr lang="en-US" err="1">
                <a:solidFill>
                  <a:srgbClr val="333746"/>
                </a:solidFill>
              </a:rPr>
              <a:t>okruženja</a:t>
            </a:r>
            <a:endParaRPr lang="en-US">
              <a:solidFill>
                <a:srgbClr val="333746"/>
              </a:solidFill>
            </a:endParaRPr>
          </a:p>
          <a:p>
            <a:pPr marL="139700" indent="0"/>
            <a:br>
              <a:rPr lang="en-US"/>
            </a:br>
            <a:endParaRPr lang="en-US"/>
          </a:p>
          <a:p>
            <a:pPr marL="139700" indent="0"/>
            <a:endParaRPr lang="en-US"/>
          </a:p>
          <a:p>
            <a:pPr marL="139700" indent="0">
              <a:buFont typeface="Arial"/>
            </a:pPr>
            <a:r>
              <a:rPr lang="en-US" err="1"/>
              <a:t>Specifičnosti</a:t>
            </a:r>
            <a:r>
              <a:rPr lang="en-US"/>
              <a:t> </a:t>
            </a:r>
            <a:r>
              <a:rPr lang="en-US" err="1"/>
              <a:t>procjene</a:t>
            </a:r>
            <a:r>
              <a:rPr lang="en-US"/>
              <a:t> </a:t>
            </a:r>
            <a:r>
              <a:rPr lang="en-US" err="1"/>
              <a:t>starosti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CC454-2B04-5196-CC49-EC3E7A48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46665"/>
            <a:ext cx="7713900" cy="70740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err="1"/>
              <a:t>Prevazilaženje</a:t>
            </a:r>
            <a:r>
              <a:rPr lang="en-US"/>
              <a:t> </a:t>
            </a:r>
            <a:r>
              <a:rPr lang="en-US" err="1">
                <a:solidFill>
                  <a:schemeClr val="accent1"/>
                </a:solidFill>
              </a:rPr>
              <a:t>ključnih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 err="1"/>
              <a:t>izazova</a:t>
            </a:r>
            <a:endParaRPr lang="en-US"/>
          </a:p>
          <a:p>
            <a:pPr>
              <a:lnSpc>
                <a:spcPct val="114999"/>
              </a:lnSpc>
            </a:pPr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E6ECCC9-93F2-3538-BF75-1B240B8259F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15096" y="1281365"/>
            <a:ext cx="2291670" cy="486335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err="1">
                <a:solidFill>
                  <a:schemeClr val="accent3"/>
                </a:solidFill>
              </a:rPr>
              <a:t>Izazov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E419C-D874-A3A1-9951-CA958D42A08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137130" y="1709252"/>
            <a:ext cx="2291670" cy="3080988"/>
          </a:xfrm>
        </p:spPr>
        <p:txBody>
          <a:bodyPr/>
          <a:lstStyle/>
          <a:p>
            <a:pPr marL="139700" indent="0"/>
            <a:r>
              <a:rPr lang="en-US" sz="1000" err="1"/>
              <a:t>Augmentacija</a:t>
            </a:r>
            <a:r>
              <a:rPr lang="en-US" sz="1000"/>
              <a:t> </a:t>
            </a:r>
            <a:r>
              <a:rPr lang="en-US" sz="1000" err="1"/>
              <a:t>podataka</a:t>
            </a:r>
            <a:r>
              <a:rPr lang="en-US" sz="1000"/>
              <a:t> </a:t>
            </a:r>
            <a:br>
              <a:rPr lang="en-US" sz="1000"/>
            </a:br>
            <a:br>
              <a:rPr lang="en-US" sz="1000"/>
            </a:br>
            <a:r>
              <a:rPr lang="en-US" sz="1000" err="1"/>
              <a:t>Tehnike</a:t>
            </a:r>
            <a:r>
              <a:rPr lang="en-US" sz="1000"/>
              <a:t> </a:t>
            </a:r>
            <a:r>
              <a:rPr lang="en-US" sz="1000" err="1"/>
              <a:t>ponovnog</a:t>
            </a:r>
            <a:r>
              <a:rPr lang="en-US" sz="1000"/>
              <a:t> </a:t>
            </a:r>
            <a:r>
              <a:rPr lang="en-US" sz="1000" err="1"/>
              <a:t>uzorkovanja</a:t>
            </a:r>
            <a:br>
              <a:rPr lang="en-US" sz="1000"/>
            </a:br>
            <a:r>
              <a:rPr lang="en-US" sz="1000"/>
              <a:t> </a:t>
            </a:r>
            <a:br>
              <a:rPr lang="en-US" sz="1000"/>
            </a:br>
            <a:r>
              <a:rPr lang="en-US" sz="1000" err="1"/>
              <a:t>Transferno</a:t>
            </a:r>
            <a:r>
              <a:rPr lang="en-US" sz="1000"/>
              <a:t> </a:t>
            </a:r>
            <a:r>
              <a:rPr lang="en-US" sz="1000" err="1"/>
              <a:t>učenje</a:t>
            </a:r>
            <a:r>
              <a:rPr lang="en-US" sz="1000"/>
              <a:t> </a:t>
            </a:r>
            <a:r>
              <a:rPr lang="en-US" sz="1000" err="1"/>
              <a:t>sa</a:t>
            </a:r>
            <a:r>
              <a:rPr lang="en-US" sz="1000"/>
              <a:t> </a:t>
            </a:r>
            <a:r>
              <a:rPr lang="en-US" sz="1000" err="1"/>
              <a:t>preobučenim</a:t>
            </a:r>
            <a:r>
              <a:rPr lang="en-US" sz="1000"/>
              <a:t> </a:t>
            </a:r>
            <a:r>
              <a:rPr lang="en-US" sz="1000" err="1"/>
              <a:t>modelima</a:t>
            </a:r>
            <a:endParaRPr lang="en-US" sz="1000"/>
          </a:p>
          <a:p>
            <a:pPr>
              <a:buFont typeface="Arial"/>
              <a:buChar char="•"/>
            </a:pPr>
            <a:endParaRPr lang="en-US" sz="800"/>
          </a:p>
          <a:p>
            <a:pPr>
              <a:buFont typeface="Arial"/>
              <a:buChar char="•"/>
            </a:pPr>
            <a:endParaRPr lang="en-US" sz="800"/>
          </a:p>
          <a:p>
            <a:pPr marL="139700" indent="0"/>
            <a:r>
              <a:rPr lang="en-US" sz="1000" err="1"/>
              <a:t>Robusne</a:t>
            </a:r>
            <a:r>
              <a:rPr lang="en-US" sz="1000"/>
              <a:t> </a:t>
            </a:r>
            <a:r>
              <a:rPr lang="en-US" sz="1000" err="1"/>
              <a:t>arhitekture</a:t>
            </a:r>
            <a:br>
              <a:rPr lang="en-US" sz="1000"/>
            </a:br>
            <a:br>
              <a:rPr lang="en-US" sz="1000"/>
            </a:br>
            <a:r>
              <a:rPr lang="en-US" sz="1000"/>
              <a:t>Domain Adaptation </a:t>
            </a:r>
            <a:r>
              <a:rPr lang="en-US" sz="1000" err="1"/>
              <a:t>tehnike</a:t>
            </a:r>
            <a:r>
              <a:rPr lang="en-US" sz="1000"/>
              <a:t> za </a:t>
            </a:r>
            <a:r>
              <a:rPr lang="en-US" sz="1000" err="1"/>
              <a:t>prilagođavanje</a:t>
            </a:r>
            <a:r>
              <a:rPr lang="en-US" sz="1000"/>
              <a:t> </a:t>
            </a:r>
            <a:r>
              <a:rPr lang="en-US" sz="1000" err="1"/>
              <a:t>novim</a:t>
            </a:r>
            <a:r>
              <a:rPr lang="en-US" sz="1000"/>
              <a:t> </a:t>
            </a:r>
            <a:r>
              <a:rPr lang="en-US" sz="1000" err="1"/>
              <a:t>uslovima</a:t>
            </a:r>
            <a:endParaRPr lang="en-US" sz="800"/>
          </a:p>
          <a:p>
            <a:pPr>
              <a:buFont typeface="Arial"/>
              <a:buChar char="•"/>
            </a:pPr>
            <a:endParaRPr lang="en-US" sz="800"/>
          </a:p>
          <a:p>
            <a:pPr marL="139700" indent="0"/>
            <a:endParaRPr lang="en-US" sz="1000"/>
          </a:p>
          <a:p>
            <a:pPr marL="139700" indent="0">
              <a:buFont typeface="Arial"/>
            </a:pPr>
            <a:r>
              <a:rPr lang="en-US" sz="1000"/>
              <a:t>Fokus </a:t>
            </a:r>
            <a:r>
              <a:rPr lang="en-US" sz="1000" err="1"/>
              <a:t>na</a:t>
            </a:r>
            <a:r>
              <a:rPr lang="en-US" sz="1000"/>
              <a:t> </a:t>
            </a:r>
            <a:r>
              <a:rPr lang="en-US" sz="1000" err="1"/>
              <a:t>alternativne</a:t>
            </a:r>
            <a:r>
              <a:rPr lang="en-US" sz="1000"/>
              <a:t> </a:t>
            </a:r>
            <a:r>
              <a:rPr lang="en-US" sz="1000" err="1"/>
              <a:t>karakteristike</a:t>
            </a:r>
            <a:r>
              <a:rPr lang="en-US" sz="1000"/>
              <a:t> </a:t>
            </a:r>
          </a:p>
          <a:p>
            <a:pPr marL="139700" indent="0">
              <a:buFont typeface="Arial"/>
            </a:pPr>
            <a:br>
              <a:rPr lang="en-US" sz="1000"/>
            </a:br>
            <a:r>
              <a:rPr lang="en-US" sz="1000" err="1"/>
              <a:t>Primjena</a:t>
            </a:r>
            <a:r>
              <a:rPr lang="en-US" sz="1000"/>
              <a:t> </a:t>
            </a:r>
            <a:r>
              <a:rPr lang="en-US" sz="1000" err="1"/>
              <a:t>modela</a:t>
            </a:r>
            <a:r>
              <a:rPr lang="en-US" sz="1000"/>
              <a:t> za fine-grained </a:t>
            </a:r>
            <a:r>
              <a:rPr lang="en-US" sz="1000" err="1"/>
              <a:t>klasifikaciju</a:t>
            </a:r>
            <a:endParaRPr lang="en-US" sz="10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4F294BB-A541-D6F3-2F08-F58F94C33D8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137126" y="1287859"/>
            <a:ext cx="2915124" cy="479841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err="1">
                <a:solidFill>
                  <a:schemeClr val="accent3"/>
                </a:solidFill>
              </a:rPr>
              <a:t>Rješenje</a:t>
            </a:r>
            <a:r>
              <a:rPr lang="en-US">
                <a:solidFill>
                  <a:schemeClr val="accent3"/>
                </a:solidFill>
              </a:rPr>
              <a:t> / </a:t>
            </a:r>
            <a:r>
              <a:rPr lang="en-US" err="1">
                <a:solidFill>
                  <a:schemeClr val="accent3"/>
                </a:solidFill>
              </a:rPr>
              <a:t>Strategija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62F9F35B-F629-F759-A909-E668DD7D3CD1}"/>
              </a:ext>
            </a:extLst>
          </p:cNvPr>
          <p:cNvSpPr txBox="1">
            <a:spLocks/>
          </p:cNvSpPr>
          <p:nvPr/>
        </p:nvSpPr>
        <p:spPr>
          <a:xfrm>
            <a:off x="3439250" y="1777226"/>
            <a:ext cx="2291669" cy="28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None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139700" indent="0"/>
            <a:endParaRPr lang="en-US" sz="1000"/>
          </a:p>
          <a:p>
            <a:pPr marL="139700" indent="0"/>
            <a:r>
              <a:rPr lang="en-US" sz="1000" err="1"/>
              <a:t>Oskudica</a:t>
            </a:r>
            <a:r>
              <a:rPr lang="en-US" sz="1000"/>
              <a:t> </a:t>
            </a:r>
            <a:r>
              <a:rPr lang="en-US" sz="1000" err="1"/>
              <a:t>anotiranih</a:t>
            </a:r>
            <a:r>
              <a:rPr lang="en-US" sz="1000"/>
              <a:t> </a:t>
            </a:r>
            <a:r>
              <a:rPr lang="en-US" sz="1000" err="1"/>
              <a:t>podataka</a:t>
            </a:r>
            <a:r>
              <a:rPr lang="en-US" sz="1000"/>
              <a:t> (</a:t>
            </a:r>
            <a:r>
              <a:rPr lang="en-US" sz="1000" err="1"/>
              <a:t>posebno</a:t>
            </a:r>
            <a:r>
              <a:rPr lang="en-US" sz="1000"/>
              <a:t> za starost), </a:t>
            </a:r>
            <a:r>
              <a:rPr lang="en-US" sz="1000" err="1"/>
              <a:t>neuravnoteženost</a:t>
            </a:r>
            <a:r>
              <a:rPr lang="en-US" sz="1000"/>
              <a:t> </a:t>
            </a:r>
            <a:r>
              <a:rPr lang="en-US" sz="1000" err="1"/>
              <a:t>klasa</a:t>
            </a:r>
            <a:r>
              <a:rPr lang="en-US" sz="1000"/>
              <a:t>.</a:t>
            </a:r>
            <a:endParaRPr lang="en-US"/>
          </a:p>
          <a:p>
            <a:pPr>
              <a:buFont typeface="Arial"/>
              <a:buChar char="•"/>
            </a:pPr>
            <a:endParaRPr lang="en-US" sz="1000"/>
          </a:p>
          <a:p>
            <a:pPr>
              <a:buFont typeface="Arial"/>
              <a:buChar char="•"/>
            </a:pPr>
            <a:endParaRPr lang="en-US" sz="1000"/>
          </a:p>
          <a:p>
            <a:pPr>
              <a:buFont typeface="Arial"/>
              <a:buChar char="•"/>
            </a:pPr>
            <a:endParaRPr lang="en-US" sz="1000"/>
          </a:p>
          <a:p>
            <a:pPr marL="139700" indent="0"/>
            <a:r>
              <a:rPr lang="en-US" sz="1000" err="1"/>
              <a:t>Promjene</a:t>
            </a:r>
            <a:r>
              <a:rPr lang="en-US" sz="1000"/>
              <a:t> </a:t>
            </a:r>
            <a:r>
              <a:rPr lang="en-US" sz="1000" err="1"/>
              <a:t>osvjetljenja</a:t>
            </a:r>
            <a:r>
              <a:rPr lang="en-US" sz="1000"/>
              <a:t>, </a:t>
            </a:r>
            <a:r>
              <a:rPr lang="en-US" sz="1000" err="1"/>
              <a:t>vegetacije</a:t>
            </a:r>
            <a:r>
              <a:rPr lang="en-US" sz="1000"/>
              <a:t>, </a:t>
            </a:r>
            <a:r>
              <a:rPr lang="en-US" sz="1000" err="1"/>
              <a:t>poza</a:t>
            </a:r>
            <a:r>
              <a:rPr lang="en-US" sz="1000"/>
              <a:t> </a:t>
            </a:r>
            <a:r>
              <a:rPr lang="en-US" sz="1000" err="1"/>
              <a:t>životinja</a:t>
            </a:r>
            <a:r>
              <a:rPr lang="en-US" sz="1000"/>
              <a:t> (problem "</a:t>
            </a:r>
            <a:r>
              <a:rPr lang="en-US" sz="1000" err="1"/>
              <a:t>otvorenog</a:t>
            </a:r>
            <a:r>
              <a:rPr lang="en-US" sz="1000"/>
              <a:t> </a:t>
            </a:r>
            <a:r>
              <a:rPr lang="en-US" sz="1000" err="1"/>
              <a:t>okruženja</a:t>
            </a:r>
            <a:r>
              <a:rPr lang="en-US" sz="1000"/>
              <a:t>").</a:t>
            </a:r>
          </a:p>
          <a:p>
            <a:pPr>
              <a:buFont typeface="Arial"/>
              <a:buChar char="•"/>
            </a:pPr>
            <a:endParaRPr lang="en-US" sz="1000"/>
          </a:p>
          <a:p>
            <a:pPr>
              <a:buFont typeface="Arial"/>
              <a:buChar char="•"/>
            </a:pPr>
            <a:endParaRPr lang="en-US" sz="1000"/>
          </a:p>
          <a:p>
            <a:pPr marL="139700" indent="0"/>
            <a:endParaRPr lang="en-US" sz="1000"/>
          </a:p>
          <a:p>
            <a:pPr marL="139700" indent="0"/>
            <a:r>
              <a:rPr lang="en-US" sz="1000" err="1"/>
              <a:t>Teškoća</a:t>
            </a:r>
            <a:r>
              <a:rPr lang="en-US" sz="1000"/>
              <a:t> </a:t>
            </a:r>
            <a:r>
              <a:rPr lang="en-US" sz="1000" err="1"/>
              <a:t>snimanja</a:t>
            </a:r>
            <a:r>
              <a:rPr lang="en-US" sz="1000"/>
              <a:t> </a:t>
            </a:r>
            <a:r>
              <a:rPr lang="en-US" sz="1000" err="1"/>
              <a:t>jasnih</a:t>
            </a:r>
            <a:r>
              <a:rPr lang="en-US" sz="1000"/>
              <a:t> </a:t>
            </a:r>
            <a:r>
              <a:rPr lang="en-US" sz="1000" err="1"/>
              <a:t>biometrijskih</a:t>
            </a:r>
            <a:r>
              <a:rPr lang="en-US" sz="1000"/>
              <a:t> </a:t>
            </a:r>
            <a:r>
              <a:rPr lang="en-US" sz="1000" err="1"/>
              <a:t>karakteristika</a:t>
            </a:r>
            <a:r>
              <a:rPr lang="en-US" sz="1000"/>
              <a:t> (</a:t>
            </a:r>
            <a:r>
              <a:rPr lang="en-US" sz="1000" err="1"/>
              <a:t>npr</a:t>
            </a:r>
            <a:r>
              <a:rPr lang="en-US" sz="1000"/>
              <a:t>. </a:t>
            </a:r>
            <a:r>
              <a:rPr lang="en-US" sz="1000" err="1"/>
              <a:t>lica</a:t>
            </a:r>
            <a:r>
              <a:rPr lang="en-US" sz="1000"/>
              <a:t>) u </a:t>
            </a:r>
            <a:r>
              <a:rPr lang="en-US" sz="1000" err="1"/>
              <a:t>divljini</a:t>
            </a:r>
            <a:r>
              <a:rPr lang="en-US" sz="1000"/>
              <a:t>.</a:t>
            </a:r>
            <a:endParaRPr lang="en-US"/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3B61830E-795B-1A30-0A5A-3F7810936024}"/>
              </a:ext>
            </a:extLst>
          </p:cNvPr>
          <p:cNvSpPr txBox="1">
            <a:spLocks/>
          </p:cNvSpPr>
          <p:nvPr/>
        </p:nvSpPr>
        <p:spPr>
          <a:xfrm>
            <a:off x="3426257" y="1290891"/>
            <a:ext cx="2291670" cy="48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lnSpc>
                <a:spcPct val="114999"/>
              </a:lnSpc>
            </a:pPr>
            <a:r>
              <a:rPr lang="en-US">
                <a:solidFill>
                  <a:schemeClr val="accent3"/>
                </a:solidFill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13340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5CA404-F7E3-430B-8716-30D036F9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59653"/>
            <a:ext cx="7713900" cy="70740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err="1"/>
              <a:t>Mogućnosti</a:t>
            </a:r>
            <a:r>
              <a:rPr lang="en-US"/>
              <a:t> za </a:t>
            </a:r>
            <a:r>
              <a:rPr lang="en-US" err="1">
                <a:solidFill>
                  <a:schemeClr val="accent1"/>
                </a:solidFill>
              </a:rPr>
              <a:t>budući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 err="1"/>
              <a:t>razvoj</a:t>
            </a:r>
            <a:endParaRPr lang="en-US"/>
          </a:p>
          <a:p>
            <a:pPr>
              <a:lnSpc>
                <a:spcPct val="114999"/>
              </a:lnSpc>
            </a:pPr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73127B9-D864-639F-6654-6CD3D1D9D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833307"/>
            <a:ext cx="7713900" cy="3710198"/>
          </a:xfrm>
        </p:spPr>
        <p:txBody>
          <a:bodyPr/>
          <a:lstStyle/>
          <a:p>
            <a:pPr marL="139700" indent="0">
              <a:buNone/>
            </a:pPr>
            <a:endParaRPr lang="en-US" sz="1100"/>
          </a:p>
          <a:p>
            <a:pPr>
              <a:lnSpc>
                <a:spcPct val="114999"/>
              </a:lnSpc>
            </a:pPr>
            <a:r>
              <a:rPr lang="en-US" sz="1100" err="1"/>
              <a:t>Proširenje</a:t>
            </a:r>
            <a:r>
              <a:rPr lang="en-US" sz="1100"/>
              <a:t> </a:t>
            </a:r>
            <a:r>
              <a:rPr lang="en-US" sz="1100" err="1">
                <a:solidFill>
                  <a:schemeClr val="accent3"/>
                </a:solidFill>
              </a:rPr>
              <a:t>opsega</a:t>
            </a:r>
            <a:r>
              <a:rPr lang="en-US" sz="1100"/>
              <a:t>:</a:t>
            </a:r>
            <a:endParaRPr lang="en-US"/>
          </a:p>
          <a:p>
            <a:pPr lvl="1">
              <a:lnSpc>
                <a:spcPct val="114999"/>
              </a:lnSpc>
            </a:pPr>
            <a:r>
              <a:rPr lang="en-US" sz="1100" err="1"/>
              <a:t>Uključivanje</a:t>
            </a:r>
            <a:r>
              <a:rPr lang="en-US" sz="1100"/>
              <a:t> </a:t>
            </a:r>
            <a:r>
              <a:rPr lang="en-US" sz="1100" err="1"/>
              <a:t>većeg</a:t>
            </a:r>
            <a:r>
              <a:rPr lang="en-US" sz="1100"/>
              <a:t> </a:t>
            </a:r>
            <a:r>
              <a:rPr lang="en-US" sz="1100" err="1"/>
              <a:t>broja</a:t>
            </a:r>
            <a:r>
              <a:rPr lang="en-US" sz="1100"/>
              <a:t> </a:t>
            </a:r>
            <a:r>
              <a:rPr lang="en-US" sz="1100" err="1"/>
              <a:t>vrsta</a:t>
            </a:r>
            <a:r>
              <a:rPr lang="en-US" sz="1100"/>
              <a:t> </a:t>
            </a:r>
            <a:r>
              <a:rPr lang="en-US" sz="1100" err="1"/>
              <a:t>i</a:t>
            </a:r>
            <a:r>
              <a:rPr lang="en-US" sz="1100"/>
              <a:t> </a:t>
            </a:r>
            <a:r>
              <a:rPr lang="en-US" sz="1100" err="1"/>
              <a:t>detaljnijih</a:t>
            </a:r>
            <a:r>
              <a:rPr lang="en-US" sz="1100"/>
              <a:t> </a:t>
            </a:r>
            <a:r>
              <a:rPr lang="en-US" sz="1100" err="1"/>
              <a:t>starosnih</a:t>
            </a:r>
            <a:r>
              <a:rPr lang="en-US" sz="1100"/>
              <a:t> </a:t>
            </a:r>
            <a:r>
              <a:rPr lang="en-US" sz="1100" err="1"/>
              <a:t>kategorija</a:t>
            </a:r>
            <a:r>
              <a:rPr lang="en-US" sz="1100"/>
              <a:t> (</a:t>
            </a:r>
            <a:r>
              <a:rPr lang="en-US" sz="1100" err="1"/>
              <a:t>novorođenčad</a:t>
            </a:r>
            <a:r>
              <a:rPr lang="en-US" sz="1100"/>
              <a:t>, </a:t>
            </a:r>
            <a:r>
              <a:rPr lang="en-US" sz="1100" err="1"/>
              <a:t>adolescenti</a:t>
            </a:r>
            <a:r>
              <a:rPr lang="en-US" sz="1100"/>
              <a:t>, </a:t>
            </a:r>
            <a:r>
              <a:rPr lang="en-US" sz="1100" err="1"/>
              <a:t>itd</a:t>
            </a:r>
            <a:r>
              <a:rPr lang="en-US" sz="1100"/>
              <a:t>.).</a:t>
            </a:r>
            <a:br>
              <a:rPr lang="en-US" sz="1100"/>
            </a:br>
            <a:endParaRPr lang="en-US" sz="1100"/>
          </a:p>
          <a:p>
            <a:pPr>
              <a:lnSpc>
                <a:spcPct val="114999"/>
              </a:lnSpc>
            </a:pPr>
            <a:r>
              <a:rPr lang="en-US" sz="1100" err="1"/>
              <a:t>Individualna</a:t>
            </a:r>
            <a:r>
              <a:rPr lang="en-US" sz="1100"/>
              <a:t> </a:t>
            </a:r>
            <a:r>
              <a:rPr lang="en-US" sz="1100">
                <a:solidFill>
                  <a:schemeClr val="accent3"/>
                </a:solidFill>
              </a:rPr>
              <a:t>re-</a:t>
            </a:r>
            <a:r>
              <a:rPr lang="en-US" sz="1100" err="1">
                <a:solidFill>
                  <a:schemeClr val="accent3"/>
                </a:solidFill>
              </a:rPr>
              <a:t>identifikacija</a:t>
            </a:r>
            <a:r>
              <a:rPr lang="en-US" sz="1100"/>
              <a:t>:</a:t>
            </a:r>
          </a:p>
          <a:p>
            <a:pPr lvl="1">
              <a:lnSpc>
                <a:spcPct val="114999"/>
              </a:lnSpc>
            </a:pPr>
            <a:r>
              <a:rPr lang="en-US" sz="1100" err="1"/>
              <a:t>Razvoj</a:t>
            </a:r>
            <a:r>
              <a:rPr lang="en-US" sz="1100"/>
              <a:t> </a:t>
            </a:r>
            <a:r>
              <a:rPr lang="en-US" sz="1100" err="1"/>
              <a:t>sistema</a:t>
            </a:r>
            <a:r>
              <a:rPr lang="en-US" sz="1100"/>
              <a:t> za </a:t>
            </a:r>
            <a:r>
              <a:rPr lang="en-US" sz="1100" err="1"/>
              <a:t>prepoznavanje</a:t>
            </a:r>
            <a:r>
              <a:rPr lang="en-US" sz="1100"/>
              <a:t> </a:t>
            </a:r>
            <a:r>
              <a:rPr lang="en-US" sz="1100" err="1"/>
              <a:t>pojedinačnih</a:t>
            </a:r>
            <a:r>
              <a:rPr lang="en-US" sz="1100"/>
              <a:t> </a:t>
            </a:r>
            <a:r>
              <a:rPr lang="en-US" sz="1100" err="1"/>
              <a:t>životinja</a:t>
            </a:r>
            <a:r>
              <a:rPr lang="en-US" sz="1100"/>
              <a:t> </a:t>
            </a:r>
            <a:r>
              <a:rPr lang="en-US" sz="1100" err="1"/>
              <a:t>radi</a:t>
            </a:r>
            <a:r>
              <a:rPr lang="en-US" sz="1100"/>
              <a:t> </a:t>
            </a:r>
            <a:r>
              <a:rPr lang="en-US" sz="1100" err="1"/>
              <a:t>praćenja</a:t>
            </a:r>
            <a:r>
              <a:rPr lang="en-US" sz="1100"/>
              <a:t> </a:t>
            </a:r>
            <a:r>
              <a:rPr lang="en-US" sz="1100" err="1"/>
              <a:t>migracija</a:t>
            </a:r>
            <a:r>
              <a:rPr lang="en-US" sz="1100"/>
              <a:t>, </a:t>
            </a:r>
            <a:r>
              <a:rPr lang="en-US" sz="1100" err="1"/>
              <a:t>teritorija</a:t>
            </a:r>
            <a:r>
              <a:rPr lang="en-US" sz="1100"/>
              <a:t> </a:t>
            </a:r>
            <a:r>
              <a:rPr lang="en-US" sz="1100" err="1"/>
              <a:t>i</a:t>
            </a:r>
            <a:r>
              <a:rPr lang="en-US" sz="1100"/>
              <a:t> </a:t>
            </a:r>
            <a:r>
              <a:rPr lang="en-US" sz="1100" err="1"/>
              <a:t>ponašanja</a:t>
            </a:r>
            <a:r>
              <a:rPr lang="en-US" sz="1100"/>
              <a:t>.</a:t>
            </a:r>
            <a:br>
              <a:rPr lang="en-US" sz="1100"/>
            </a:br>
            <a:endParaRPr lang="en-US" sz="1100"/>
          </a:p>
          <a:p>
            <a:pPr>
              <a:lnSpc>
                <a:spcPct val="114999"/>
              </a:lnSpc>
            </a:pPr>
            <a:r>
              <a:rPr lang="en-US" sz="1100" err="1">
                <a:solidFill>
                  <a:schemeClr val="accent3"/>
                </a:solidFill>
              </a:rPr>
              <a:t>Integracija</a:t>
            </a:r>
            <a:r>
              <a:rPr lang="en-US" sz="1100">
                <a:solidFill>
                  <a:schemeClr val="accent3"/>
                </a:solidFill>
              </a:rPr>
              <a:t> </a:t>
            </a:r>
            <a:r>
              <a:rPr lang="en-US" sz="1100" err="1"/>
              <a:t>sa</a:t>
            </a:r>
            <a:r>
              <a:rPr lang="en-US" sz="1100"/>
              <a:t> </a:t>
            </a:r>
            <a:r>
              <a:rPr lang="en-US" sz="1100" err="1"/>
              <a:t>drugim</a:t>
            </a:r>
            <a:r>
              <a:rPr lang="en-US" sz="1100"/>
              <a:t> </a:t>
            </a:r>
            <a:r>
              <a:rPr lang="en-US" sz="1100" err="1"/>
              <a:t>senzorima</a:t>
            </a:r>
            <a:r>
              <a:rPr lang="en-US" sz="1100"/>
              <a:t>:</a:t>
            </a:r>
          </a:p>
          <a:p>
            <a:pPr lvl="1">
              <a:lnSpc>
                <a:spcPct val="114999"/>
              </a:lnSpc>
            </a:pPr>
            <a:r>
              <a:rPr lang="en-US" sz="1100" err="1"/>
              <a:t>Kombinovanje</a:t>
            </a:r>
            <a:r>
              <a:rPr lang="en-US" sz="1100"/>
              <a:t> </a:t>
            </a:r>
            <a:r>
              <a:rPr lang="en-US" sz="1100" err="1"/>
              <a:t>vizuelnih</a:t>
            </a:r>
            <a:r>
              <a:rPr lang="en-US" sz="1100"/>
              <a:t> </a:t>
            </a:r>
            <a:r>
              <a:rPr lang="en-US" sz="1100" err="1"/>
              <a:t>podataka</a:t>
            </a:r>
            <a:r>
              <a:rPr lang="en-US" sz="1100"/>
              <a:t> </a:t>
            </a:r>
            <a:r>
              <a:rPr lang="en-US" sz="1100" err="1"/>
              <a:t>sa</a:t>
            </a:r>
            <a:r>
              <a:rPr lang="en-US" sz="1100"/>
              <a:t> </a:t>
            </a:r>
            <a:r>
              <a:rPr lang="en-US" sz="1100" err="1"/>
              <a:t>termalnim</a:t>
            </a:r>
            <a:r>
              <a:rPr lang="en-US" sz="1100"/>
              <a:t> </a:t>
            </a:r>
            <a:r>
              <a:rPr lang="en-US" sz="1100" err="1"/>
              <a:t>kamerama</a:t>
            </a:r>
            <a:r>
              <a:rPr lang="en-US" sz="1100"/>
              <a:t>, </a:t>
            </a:r>
            <a:r>
              <a:rPr lang="en-US" sz="1100" err="1"/>
              <a:t>zvučnim</a:t>
            </a:r>
            <a:r>
              <a:rPr lang="en-US" sz="1100"/>
              <a:t> </a:t>
            </a:r>
            <a:r>
              <a:rPr lang="en-US" sz="1100" err="1"/>
              <a:t>senzorima</a:t>
            </a:r>
            <a:r>
              <a:rPr lang="en-US" sz="1100"/>
              <a:t> </a:t>
            </a:r>
            <a:r>
              <a:rPr lang="en-US" sz="1100" err="1"/>
              <a:t>i</a:t>
            </a:r>
            <a:r>
              <a:rPr lang="en-US" sz="1100"/>
              <a:t> GPS </a:t>
            </a:r>
            <a:r>
              <a:rPr lang="en-US" sz="1100" err="1"/>
              <a:t>podacima</a:t>
            </a:r>
            <a:r>
              <a:rPr lang="en-US" sz="1100"/>
              <a:t>.</a:t>
            </a:r>
            <a:br>
              <a:rPr lang="en-US" sz="1100"/>
            </a:br>
            <a:endParaRPr lang="en-US" sz="1100"/>
          </a:p>
          <a:p>
            <a:pPr>
              <a:lnSpc>
                <a:spcPct val="114999"/>
              </a:lnSpc>
            </a:pPr>
            <a:r>
              <a:rPr lang="en-US" sz="1100" err="1"/>
              <a:t>Razvoj</a:t>
            </a:r>
            <a:r>
              <a:rPr lang="en-US" sz="1100"/>
              <a:t> </a:t>
            </a:r>
            <a:r>
              <a:rPr lang="en-US" sz="1100">
                <a:solidFill>
                  <a:schemeClr val="accent3"/>
                </a:solidFill>
              </a:rPr>
              <a:t>Edge AI</a:t>
            </a:r>
            <a:r>
              <a:rPr lang="en-US" sz="1100"/>
              <a:t> </a:t>
            </a:r>
            <a:r>
              <a:rPr lang="en-US" sz="1100" err="1"/>
              <a:t>rješenja</a:t>
            </a:r>
            <a:r>
              <a:rPr lang="en-US" sz="1100"/>
              <a:t>:</a:t>
            </a:r>
          </a:p>
          <a:p>
            <a:pPr lvl="1">
              <a:lnSpc>
                <a:spcPct val="114999"/>
              </a:lnSpc>
            </a:pPr>
            <a:r>
              <a:rPr lang="en-US" sz="1100" err="1"/>
              <a:t>Optimizacija</a:t>
            </a:r>
            <a:r>
              <a:rPr lang="en-US" sz="1100"/>
              <a:t> </a:t>
            </a:r>
            <a:r>
              <a:rPr lang="en-US" sz="1100" err="1"/>
              <a:t>modela</a:t>
            </a:r>
            <a:r>
              <a:rPr lang="en-US" sz="1100"/>
              <a:t> za rad </a:t>
            </a:r>
            <a:r>
              <a:rPr lang="en-US" sz="1100" err="1"/>
              <a:t>na</a:t>
            </a:r>
            <a:r>
              <a:rPr lang="en-US" sz="1100"/>
              <a:t> </a:t>
            </a:r>
            <a:r>
              <a:rPr lang="en-US" sz="1100" err="1"/>
              <a:t>samim</a:t>
            </a:r>
            <a:r>
              <a:rPr lang="en-US" sz="1100"/>
              <a:t> </a:t>
            </a:r>
            <a:r>
              <a:rPr lang="en-US" sz="1100" err="1"/>
              <a:t>uređajima</a:t>
            </a:r>
            <a:r>
              <a:rPr lang="en-US" sz="1100"/>
              <a:t> (</a:t>
            </a:r>
            <a:r>
              <a:rPr lang="en-US" sz="1100" err="1"/>
              <a:t>kamerama-zamkama</a:t>
            </a:r>
            <a:r>
              <a:rPr lang="en-US" sz="1100"/>
              <a:t>) u </a:t>
            </a:r>
            <a:r>
              <a:rPr lang="en-US" sz="1100" err="1"/>
              <a:t>udaljenim</a:t>
            </a:r>
            <a:r>
              <a:rPr lang="en-US" sz="1100"/>
              <a:t> </a:t>
            </a:r>
            <a:r>
              <a:rPr lang="en-US" sz="1100" err="1"/>
              <a:t>područjima</a:t>
            </a:r>
            <a:r>
              <a:rPr lang="en-US" sz="1100"/>
              <a:t> bez internet </a:t>
            </a:r>
            <a:r>
              <a:rPr lang="en-US" sz="1100" err="1"/>
              <a:t>konekcije</a:t>
            </a:r>
            <a:r>
              <a:rPr lang="en-US" sz="1100"/>
              <a:t>.</a:t>
            </a:r>
            <a:br>
              <a:rPr lang="en-US" sz="1100"/>
            </a:br>
            <a:endParaRPr lang="en-US" sz="1100"/>
          </a:p>
          <a:p>
            <a:pPr>
              <a:lnSpc>
                <a:spcPct val="114999"/>
              </a:lnSpc>
            </a:pPr>
            <a:r>
              <a:rPr lang="en-US" sz="1100" err="1">
                <a:solidFill>
                  <a:schemeClr val="accent3"/>
                </a:solidFill>
              </a:rPr>
              <a:t>Interaktivni</a:t>
            </a:r>
            <a:r>
              <a:rPr lang="en-US" sz="1100">
                <a:solidFill>
                  <a:schemeClr val="accent3"/>
                </a:solidFill>
              </a:rPr>
              <a:t> </a:t>
            </a:r>
            <a:r>
              <a:rPr lang="en-US" sz="1100" err="1"/>
              <a:t>sistemi</a:t>
            </a:r>
            <a:r>
              <a:rPr lang="en-US" sz="1100"/>
              <a:t> </a:t>
            </a:r>
            <a:r>
              <a:rPr lang="en-US" sz="1100" err="1"/>
              <a:t>i</a:t>
            </a:r>
            <a:r>
              <a:rPr lang="en-US" sz="1100"/>
              <a:t> </a:t>
            </a:r>
            <a:r>
              <a:rPr lang="en-US" sz="1100" err="1"/>
              <a:t>etika</a:t>
            </a:r>
            <a:r>
              <a:rPr lang="en-US" sz="1100"/>
              <a:t>:</a:t>
            </a:r>
          </a:p>
          <a:p>
            <a:pPr lvl="1">
              <a:lnSpc>
                <a:spcPct val="114999"/>
              </a:lnSpc>
            </a:pPr>
            <a:r>
              <a:rPr lang="en-US" sz="1100"/>
              <a:t>Izgradnja </a:t>
            </a:r>
            <a:r>
              <a:rPr lang="en-US" sz="1100" err="1"/>
              <a:t>platformi</a:t>
            </a:r>
            <a:r>
              <a:rPr lang="en-US" sz="1100"/>
              <a:t> za </a:t>
            </a:r>
            <a:r>
              <a:rPr lang="en-US" sz="1100" err="1"/>
              <a:t>povratne</a:t>
            </a:r>
            <a:r>
              <a:rPr lang="en-US" sz="1100"/>
              <a:t> </a:t>
            </a:r>
            <a:r>
              <a:rPr lang="en-US" sz="1100" err="1"/>
              <a:t>informacije</a:t>
            </a:r>
            <a:r>
              <a:rPr lang="en-US" sz="1100"/>
              <a:t> od </a:t>
            </a:r>
            <a:r>
              <a:rPr lang="en-US" sz="1100" err="1"/>
              <a:t>strane</a:t>
            </a:r>
            <a:r>
              <a:rPr lang="en-US" sz="1100"/>
              <a:t> </a:t>
            </a:r>
            <a:r>
              <a:rPr lang="en-US" sz="1100" err="1"/>
              <a:t>korisnika</a:t>
            </a:r>
            <a:r>
              <a:rPr lang="en-US" sz="1100"/>
              <a:t> </a:t>
            </a:r>
            <a:r>
              <a:rPr lang="en-US" sz="1100" err="1"/>
              <a:t>i</a:t>
            </a:r>
            <a:r>
              <a:rPr lang="en-US" sz="1100"/>
              <a:t> </a:t>
            </a:r>
            <a:r>
              <a:rPr lang="en-US" sz="1100" err="1"/>
              <a:t>analiza</a:t>
            </a:r>
            <a:r>
              <a:rPr lang="en-US" sz="1100"/>
              <a:t> </a:t>
            </a:r>
            <a:r>
              <a:rPr lang="en-US" sz="1100" err="1"/>
              <a:t>etičkih</a:t>
            </a:r>
            <a:r>
              <a:rPr lang="en-US" sz="1100"/>
              <a:t> </a:t>
            </a:r>
            <a:r>
              <a:rPr lang="en-US" sz="1100" err="1"/>
              <a:t>implikacija</a:t>
            </a:r>
            <a:r>
              <a:rPr lang="en-US" sz="1100"/>
              <a:t>.</a:t>
            </a:r>
          </a:p>
          <a:p>
            <a:pPr>
              <a:lnSpc>
                <a:spcPct val="114999"/>
              </a:lnSpc>
            </a:pPr>
            <a:endParaRPr lang="en-US" sz="1100"/>
          </a:p>
        </p:txBody>
      </p:sp>
      <p:grpSp>
        <p:nvGrpSpPr>
          <p:cNvPr id="140" name="Google Shape;529;p36">
            <a:extLst>
              <a:ext uri="{FF2B5EF4-FFF2-40B4-BE49-F238E27FC236}">
                <a16:creationId xmlns:a16="http://schemas.microsoft.com/office/drawing/2014/main" id="{30CE9365-93FE-C59A-EF50-C502842E0817}"/>
              </a:ext>
            </a:extLst>
          </p:cNvPr>
          <p:cNvGrpSpPr/>
          <p:nvPr/>
        </p:nvGrpSpPr>
        <p:grpSpPr>
          <a:xfrm flipH="1">
            <a:off x="7192889" y="157724"/>
            <a:ext cx="2303929" cy="1634382"/>
            <a:chOff x="4388650" y="2224200"/>
            <a:chExt cx="1707525" cy="1174775"/>
          </a:xfrm>
        </p:grpSpPr>
        <p:sp>
          <p:nvSpPr>
            <p:cNvPr id="75" name="Google Shape;530;p36">
              <a:extLst>
                <a:ext uri="{FF2B5EF4-FFF2-40B4-BE49-F238E27FC236}">
                  <a16:creationId xmlns:a16="http://schemas.microsoft.com/office/drawing/2014/main" id="{0216C7A4-974A-071F-939B-5C165BCF5106}"/>
                </a:ext>
              </a:extLst>
            </p:cNvPr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31;p36">
              <a:extLst>
                <a:ext uri="{FF2B5EF4-FFF2-40B4-BE49-F238E27FC236}">
                  <a16:creationId xmlns:a16="http://schemas.microsoft.com/office/drawing/2014/main" id="{99259049-98AB-8E0B-8DCF-AB64FCF16502}"/>
                </a:ext>
              </a:extLst>
            </p:cNvPr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532;p36">
              <a:extLst>
                <a:ext uri="{FF2B5EF4-FFF2-40B4-BE49-F238E27FC236}">
                  <a16:creationId xmlns:a16="http://schemas.microsoft.com/office/drawing/2014/main" id="{DCD1007E-0575-A3F3-F314-5F42A9B18438}"/>
                </a:ext>
              </a:extLst>
            </p:cNvPr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533;p36">
              <a:extLst>
                <a:ext uri="{FF2B5EF4-FFF2-40B4-BE49-F238E27FC236}">
                  <a16:creationId xmlns:a16="http://schemas.microsoft.com/office/drawing/2014/main" id="{0582EE2D-6568-BCA1-0196-3795CCEA9113}"/>
                </a:ext>
              </a:extLst>
            </p:cNvPr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534;p36">
              <a:extLst>
                <a:ext uri="{FF2B5EF4-FFF2-40B4-BE49-F238E27FC236}">
                  <a16:creationId xmlns:a16="http://schemas.microsoft.com/office/drawing/2014/main" id="{5A3D20A7-BC5E-8D3F-01DA-5C8D083A1802}"/>
                </a:ext>
              </a:extLst>
            </p:cNvPr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35;p36">
              <a:extLst>
                <a:ext uri="{FF2B5EF4-FFF2-40B4-BE49-F238E27FC236}">
                  <a16:creationId xmlns:a16="http://schemas.microsoft.com/office/drawing/2014/main" id="{AD40A21A-9192-B934-9E89-DD07BF8352C1}"/>
                </a:ext>
              </a:extLst>
            </p:cNvPr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536;p36">
              <a:extLst>
                <a:ext uri="{FF2B5EF4-FFF2-40B4-BE49-F238E27FC236}">
                  <a16:creationId xmlns:a16="http://schemas.microsoft.com/office/drawing/2014/main" id="{0670756A-C590-7933-640C-F5CE0BC96E98}"/>
                </a:ext>
              </a:extLst>
            </p:cNvPr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537;p36">
              <a:extLst>
                <a:ext uri="{FF2B5EF4-FFF2-40B4-BE49-F238E27FC236}">
                  <a16:creationId xmlns:a16="http://schemas.microsoft.com/office/drawing/2014/main" id="{AA7D97F8-0F16-CEE4-E84E-26844AE5D804}"/>
                </a:ext>
              </a:extLst>
            </p:cNvPr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38;p36">
              <a:extLst>
                <a:ext uri="{FF2B5EF4-FFF2-40B4-BE49-F238E27FC236}">
                  <a16:creationId xmlns:a16="http://schemas.microsoft.com/office/drawing/2014/main" id="{890D0A2D-8BA9-D071-CC93-02EF782DA46A}"/>
                </a:ext>
              </a:extLst>
            </p:cNvPr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539;p36">
              <a:extLst>
                <a:ext uri="{FF2B5EF4-FFF2-40B4-BE49-F238E27FC236}">
                  <a16:creationId xmlns:a16="http://schemas.microsoft.com/office/drawing/2014/main" id="{C854F9FF-4DEC-68E0-094B-3F6FD8BB395C}"/>
                </a:ext>
              </a:extLst>
            </p:cNvPr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540;p36">
              <a:extLst>
                <a:ext uri="{FF2B5EF4-FFF2-40B4-BE49-F238E27FC236}">
                  <a16:creationId xmlns:a16="http://schemas.microsoft.com/office/drawing/2014/main" id="{B9923A7D-8935-99CF-329C-715169D09A9D}"/>
                </a:ext>
              </a:extLst>
            </p:cNvPr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541;p36">
              <a:extLst>
                <a:ext uri="{FF2B5EF4-FFF2-40B4-BE49-F238E27FC236}">
                  <a16:creationId xmlns:a16="http://schemas.microsoft.com/office/drawing/2014/main" id="{B953B762-27DA-7925-3734-366AC29E7D58}"/>
                </a:ext>
              </a:extLst>
            </p:cNvPr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542;p36">
              <a:extLst>
                <a:ext uri="{FF2B5EF4-FFF2-40B4-BE49-F238E27FC236}">
                  <a16:creationId xmlns:a16="http://schemas.microsoft.com/office/drawing/2014/main" id="{27D89C9C-E16D-C240-754B-58622F008938}"/>
                </a:ext>
              </a:extLst>
            </p:cNvPr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543;p36">
              <a:extLst>
                <a:ext uri="{FF2B5EF4-FFF2-40B4-BE49-F238E27FC236}">
                  <a16:creationId xmlns:a16="http://schemas.microsoft.com/office/drawing/2014/main" id="{BD4E13D7-2A0B-73A1-7D2C-7F7356A166F2}"/>
                </a:ext>
              </a:extLst>
            </p:cNvPr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544;p36">
              <a:extLst>
                <a:ext uri="{FF2B5EF4-FFF2-40B4-BE49-F238E27FC236}">
                  <a16:creationId xmlns:a16="http://schemas.microsoft.com/office/drawing/2014/main" id="{13D6DB92-02AC-0041-494A-5A7E87401025}"/>
                </a:ext>
              </a:extLst>
            </p:cNvPr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545;p36">
              <a:extLst>
                <a:ext uri="{FF2B5EF4-FFF2-40B4-BE49-F238E27FC236}">
                  <a16:creationId xmlns:a16="http://schemas.microsoft.com/office/drawing/2014/main" id="{77B03E73-33DB-9755-B1D2-DFEA32F80540}"/>
                </a:ext>
              </a:extLst>
            </p:cNvPr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546;p36">
              <a:extLst>
                <a:ext uri="{FF2B5EF4-FFF2-40B4-BE49-F238E27FC236}">
                  <a16:creationId xmlns:a16="http://schemas.microsoft.com/office/drawing/2014/main" id="{70330CEF-F596-AD72-6961-9403B61DB8AC}"/>
                </a:ext>
              </a:extLst>
            </p:cNvPr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547;p36">
              <a:extLst>
                <a:ext uri="{FF2B5EF4-FFF2-40B4-BE49-F238E27FC236}">
                  <a16:creationId xmlns:a16="http://schemas.microsoft.com/office/drawing/2014/main" id="{C7D7C363-50A8-0D73-0B9C-4C71AE88F972}"/>
                </a:ext>
              </a:extLst>
            </p:cNvPr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48;p36">
              <a:extLst>
                <a:ext uri="{FF2B5EF4-FFF2-40B4-BE49-F238E27FC236}">
                  <a16:creationId xmlns:a16="http://schemas.microsoft.com/office/drawing/2014/main" id="{86369913-706A-9DA9-3ACE-5D850A842BA8}"/>
                </a:ext>
              </a:extLst>
            </p:cNvPr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549;p36">
              <a:extLst>
                <a:ext uri="{FF2B5EF4-FFF2-40B4-BE49-F238E27FC236}">
                  <a16:creationId xmlns:a16="http://schemas.microsoft.com/office/drawing/2014/main" id="{F1412992-8462-88BA-F593-2987E27AAE42}"/>
                </a:ext>
              </a:extLst>
            </p:cNvPr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550;p36">
              <a:extLst>
                <a:ext uri="{FF2B5EF4-FFF2-40B4-BE49-F238E27FC236}">
                  <a16:creationId xmlns:a16="http://schemas.microsoft.com/office/drawing/2014/main" id="{4BCE5D90-AB52-D819-CD75-A564F53D3A1B}"/>
                </a:ext>
              </a:extLst>
            </p:cNvPr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551;p36">
              <a:extLst>
                <a:ext uri="{FF2B5EF4-FFF2-40B4-BE49-F238E27FC236}">
                  <a16:creationId xmlns:a16="http://schemas.microsoft.com/office/drawing/2014/main" id="{AA4691E2-79DC-E5E5-9D89-0F13753E8B0A}"/>
                </a:ext>
              </a:extLst>
            </p:cNvPr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52;p36">
              <a:extLst>
                <a:ext uri="{FF2B5EF4-FFF2-40B4-BE49-F238E27FC236}">
                  <a16:creationId xmlns:a16="http://schemas.microsoft.com/office/drawing/2014/main" id="{421DF84A-324B-F3EC-790E-3EDDD4B8DA3E}"/>
                </a:ext>
              </a:extLst>
            </p:cNvPr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553;p36">
              <a:extLst>
                <a:ext uri="{FF2B5EF4-FFF2-40B4-BE49-F238E27FC236}">
                  <a16:creationId xmlns:a16="http://schemas.microsoft.com/office/drawing/2014/main" id="{DD4A2108-2FC5-A0BC-5566-3546042D18E9}"/>
                </a:ext>
              </a:extLst>
            </p:cNvPr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554;p36">
              <a:extLst>
                <a:ext uri="{FF2B5EF4-FFF2-40B4-BE49-F238E27FC236}">
                  <a16:creationId xmlns:a16="http://schemas.microsoft.com/office/drawing/2014/main" id="{BEBFEE5B-6844-A570-E437-59C8E8478ABD}"/>
                </a:ext>
              </a:extLst>
            </p:cNvPr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555;p36">
              <a:extLst>
                <a:ext uri="{FF2B5EF4-FFF2-40B4-BE49-F238E27FC236}">
                  <a16:creationId xmlns:a16="http://schemas.microsoft.com/office/drawing/2014/main" id="{C02F0669-9DEC-CCE6-C0CF-DE8B569F616B}"/>
                </a:ext>
              </a:extLst>
            </p:cNvPr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556;p36">
              <a:extLst>
                <a:ext uri="{FF2B5EF4-FFF2-40B4-BE49-F238E27FC236}">
                  <a16:creationId xmlns:a16="http://schemas.microsoft.com/office/drawing/2014/main" id="{47E563F5-F1A5-289E-5642-95F7ABEC8D60}"/>
                </a:ext>
              </a:extLst>
            </p:cNvPr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557;p36">
              <a:extLst>
                <a:ext uri="{FF2B5EF4-FFF2-40B4-BE49-F238E27FC236}">
                  <a16:creationId xmlns:a16="http://schemas.microsoft.com/office/drawing/2014/main" id="{07C25CD4-F1E1-6DAC-9F76-EFE9F8BA910E}"/>
                </a:ext>
              </a:extLst>
            </p:cNvPr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558;p36">
              <a:extLst>
                <a:ext uri="{FF2B5EF4-FFF2-40B4-BE49-F238E27FC236}">
                  <a16:creationId xmlns:a16="http://schemas.microsoft.com/office/drawing/2014/main" id="{D9789F37-5D9F-8DCB-1FC5-B9DA2F470656}"/>
                </a:ext>
              </a:extLst>
            </p:cNvPr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559;p36">
              <a:extLst>
                <a:ext uri="{FF2B5EF4-FFF2-40B4-BE49-F238E27FC236}">
                  <a16:creationId xmlns:a16="http://schemas.microsoft.com/office/drawing/2014/main" id="{AA96CF3E-2F9E-83DB-92A8-B8A20B302320}"/>
                </a:ext>
              </a:extLst>
            </p:cNvPr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560;p36">
              <a:extLst>
                <a:ext uri="{FF2B5EF4-FFF2-40B4-BE49-F238E27FC236}">
                  <a16:creationId xmlns:a16="http://schemas.microsoft.com/office/drawing/2014/main" id="{49B1869C-E932-2280-4E1D-73131494AABB}"/>
                </a:ext>
              </a:extLst>
            </p:cNvPr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561;p36">
              <a:extLst>
                <a:ext uri="{FF2B5EF4-FFF2-40B4-BE49-F238E27FC236}">
                  <a16:creationId xmlns:a16="http://schemas.microsoft.com/office/drawing/2014/main" id="{6A5C3044-8A23-58F3-06CE-27F70B95135B}"/>
                </a:ext>
              </a:extLst>
            </p:cNvPr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562;p36">
              <a:extLst>
                <a:ext uri="{FF2B5EF4-FFF2-40B4-BE49-F238E27FC236}">
                  <a16:creationId xmlns:a16="http://schemas.microsoft.com/office/drawing/2014/main" id="{76CFB124-7A15-6DB0-215B-9C0C4791C566}"/>
                </a:ext>
              </a:extLst>
            </p:cNvPr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563;p36">
              <a:extLst>
                <a:ext uri="{FF2B5EF4-FFF2-40B4-BE49-F238E27FC236}">
                  <a16:creationId xmlns:a16="http://schemas.microsoft.com/office/drawing/2014/main" id="{7B1D74C6-F3C2-227C-FCC9-53787C28B3CB}"/>
                </a:ext>
              </a:extLst>
            </p:cNvPr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564;p36">
              <a:extLst>
                <a:ext uri="{FF2B5EF4-FFF2-40B4-BE49-F238E27FC236}">
                  <a16:creationId xmlns:a16="http://schemas.microsoft.com/office/drawing/2014/main" id="{317B8182-1FB2-B5B1-3BA5-0B378778E2E6}"/>
                </a:ext>
              </a:extLst>
            </p:cNvPr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565;p36">
              <a:extLst>
                <a:ext uri="{FF2B5EF4-FFF2-40B4-BE49-F238E27FC236}">
                  <a16:creationId xmlns:a16="http://schemas.microsoft.com/office/drawing/2014/main" id="{2B893A41-3056-D4CE-5D9F-FEA92CB089DA}"/>
                </a:ext>
              </a:extLst>
            </p:cNvPr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566;p36">
              <a:extLst>
                <a:ext uri="{FF2B5EF4-FFF2-40B4-BE49-F238E27FC236}">
                  <a16:creationId xmlns:a16="http://schemas.microsoft.com/office/drawing/2014/main" id="{B91C4D6B-0FFC-4248-E61A-69B242C433B2}"/>
                </a:ext>
              </a:extLst>
            </p:cNvPr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567;p36">
              <a:extLst>
                <a:ext uri="{FF2B5EF4-FFF2-40B4-BE49-F238E27FC236}">
                  <a16:creationId xmlns:a16="http://schemas.microsoft.com/office/drawing/2014/main" id="{A7B766E7-B4AD-D327-2BB0-673D4CC63A18}"/>
                </a:ext>
              </a:extLst>
            </p:cNvPr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568;p36">
              <a:extLst>
                <a:ext uri="{FF2B5EF4-FFF2-40B4-BE49-F238E27FC236}">
                  <a16:creationId xmlns:a16="http://schemas.microsoft.com/office/drawing/2014/main" id="{D8FB46C1-60E6-FB15-EF57-C3233F8E0EA1}"/>
                </a:ext>
              </a:extLst>
            </p:cNvPr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569;p36">
              <a:extLst>
                <a:ext uri="{FF2B5EF4-FFF2-40B4-BE49-F238E27FC236}">
                  <a16:creationId xmlns:a16="http://schemas.microsoft.com/office/drawing/2014/main" id="{D737CD19-AB70-F510-B7B4-130795AB4178}"/>
                </a:ext>
              </a:extLst>
            </p:cNvPr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570;p36">
              <a:extLst>
                <a:ext uri="{FF2B5EF4-FFF2-40B4-BE49-F238E27FC236}">
                  <a16:creationId xmlns:a16="http://schemas.microsoft.com/office/drawing/2014/main" id="{DF816ED9-DBDC-C325-109F-EAE0277748AF}"/>
                </a:ext>
              </a:extLst>
            </p:cNvPr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571;p36">
              <a:extLst>
                <a:ext uri="{FF2B5EF4-FFF2-40B4-BE49-F238E27FC236}">
                  <a16:creationId xmlns:a16="http://schemas.microsoft.com/office/drawing/2014/main" id="{52A4E16A-5132-6A39-6805-40023B949CAD}"/>
                </a:ext>
              </a:extLst>
            </p:cNvPr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572;p36">
              <a:extLst>
                <a:ext uri="{FF2B5EF4-FFF2-40B4-BE49-F238E27FC236}">
                  <a16:creationId xmlns:a16="http://schemas.microsoft.com/office/drawing/2014/main" id="{16FDD643-6DD3-80F5-326C-5987CE60E9EA}"/>
                </a:ext>
              </a:extLst>
            </p:cNvPr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573;p36">
              <a:extLst>
                <a:ext uri="{FF2B5EF4-FFF2-40B4-BE49-F238E27FC236}">
                  <a16:creationId xmlns:a16="http://schemas.microsoft.com/office/drawing/2014/main" id="{253ACA37-6D81-F14F-2E82-BBBACF865693}"/>
                </a:ext>
              </a:extLst>
            </p:cNvPr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574;p36">
              <a:extLst>
                <a:ext uri="{FF2B5EF4-FFF2-40B4-BE49-F238E27FC236}">
                  <a16:creationId xmlns:a16="http://schemas.microsoft.com/office/drawing/2014/main" id="{771EA3B9-5C51-A1A9-5B1B-0377211984A9}"/>
                </a:ext>
              </a:extLst>
            </p:cNvPr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575;p36">
              <a:extLst>
                <a:ext uri="{FF2B5EF4-FFF2-40B4-BE49-F238E27FC236}">
                  <a16:creationId xmlns:a16="http://schemas.microsoft.com/office/drawing/2014/main" id="{8844B8F0-62FB-3A4B-67CC-A8E9546BFD39}"/>
                </a:ext>
              </a:extLst>
            </p:cNvPr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576;p36">
              <a:extLst>
                <a:ext uri="{FF2B5EF4-FFF2-40B4-BE49-F238E27FC236}">
                  <a16:creationId xmlns:a16="http://schemas.microsoft.com/office/drawing/2014/main" id="{7F665AD6-14CB-F98C-EDAD-203237709DF7}"/>
                </a:ext>
              </a:extLst>
            </p:cNvPr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577;p36">
              <a:extLst>
                <a:ext uri="{FF2B5EF4-FFF2-40B4-BE49-F238E27FC236}">
                  <a16:creationId xmlns:a16="http://schemas.microsoft.com/office/drawing/2014/main" id="{D28C5361-22BF-5EA7-4188-FE561526DB15}"/>
                </a:ext>
              </a:extLst>
            </p:cNvPr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578;p36">
              <a:extLst>
                <a:ext uri="{FF2B5EF4-FFF2-40B4-BE49-F238E27FC236}">
                  <a16:creationId xmlns:a16="http://schemas.microsoft.com/office/drawing/2014/main" id="{052596D1-5BCB-556A-EF7E-A33F5781B059}"/>
                </a:ext>
              </a:extLst>
            </p:cNvPr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579;p36">
              <a:extLst>
                <a:ext uri="{FF2B5EF4-FFF2-40B4-BE49-F238E27FC236}">
                  <a16:creationId xmlns:a16="http://schemas.microsoft.com/office/drawing/2014/main" id="{4B25B2E8-8C99-C497-17D0-A5B24A5E00E7}"/>
                </a:ext>
              </a:extLst>
            </p:cNvPr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580;p36">
              <a:extLst>
                <a:ext uri="{FF2B5EF4-FFF2-40B4-BE49-F238E27FC236}">
                  <a16:creationId xmlns:a16="http://schemas.microsoft.com/office/drawing/2014/main" id="{212074EB-8015-3408-6F01-FFCA754D1069}"/>
                </a:ext>
              </a:extLst>
            </p:cNvPr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581;p36">
              <a:extLst>
                <a:ext uri="{FF2B5EF4-FFF2-40B4-BE49-F238E27FC236}">
                  <a16:creationId xmlns:a16="http://schemas.microsoft.com/office/drawing/2014/main" id="{3D5FF284-CBD3-472D-8EA1-4E1A018E2C90}"/>
                </a:ext>
              </a:extLst>
            </p:cNvPr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582;p36">
              <a:extLst>
                <a:ext uri="{FF2B5EF4-FFF2-40B4-BE49-F238E27FC236}">
                  <a16:creationId xmlns:a16="http://schemas.microsoft.com/office/drawing/2014/main" id="{A696EB58-6CBC-32B1-0989-DDD57341658E}"/>
                </a:ext>
              </a:extLst>
            </p:cNvPr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583;p36">
              <a:extLst>
                <a:ext uri="{FF2B5EF4-FFF2-40B4-BE49-F238E27FC236}">
                  <a16:creationId xmlns:a16="http://schemas.microsoft.com/office/drawing/2014/main" id="{17677008-0798-861D-CC12-0FD090FFCF5A}"/>
                </a:ext>
              </a:extLst>
            </p:cNvPr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584;p36">
              <a:extLst>
                <a:ext uri="{FF2B5EF4-FFF2-40B4-BE49-F238E27FC236}">
                  <a16:creationId xmlns:a16="http://schemas.microsoft.com/office/drawing/2014/main" id="{BF0AAFCE-EC79-6347-2339-25A7527F092E}"/>
                </a:ext>
              </a:extLst>
            </p:cNvPr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585;p36">
              <a:extLst>
                <a:ext uri="{FF2B5EF4-FFF2-40B4-BE49-F238E27FC236}">
                  <a16:creationId xmlns:a16="http://schemas.microsoft.com/office/drawing/2014/main" id="{C89D44A7-14A7-69AD-6BE4-740F32F4B4E2}"/>
                </a:ext>
              </a:extLst>
            </p:cNvPr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586;p36">
              <a:extLst>
                <a:ext uri="{FF2B5EF4-FFF2-40B4-BE49-F238E27FC236}">
                  <a16:creationId xmlns:a16="http://schemas.microsoft.com/office/drawing/2014/main" id="{012D071D-681B-A8C0-EE92-49D3D13354C8}"/>
                </a:ext>
              </a:extLst>
            </p:cNvPr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587;p36">
              <a:extLst>
                <a:ext uri="{FF2B5EF4-FFF2-40B4-BE49-F238E27FC236}">
                  <a16:creationId xmlns:a16="http://schemas.microsoft.com/office/drawing/2014/main" id="{D83E76CB-84D4-32B2-5B70-6CF2C43EDF88}"/>
                </a:ext>
              </a:extLst>
            </p:cNvPr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588;p36">
              <a:extLst>
                <a:ext uri="{FF2B5EF4-FFF2-40B4-BE49-F238E27FC236}">
                  <a16:creationId xmlns:a16="http://schemas.microsoft.com/office/drawing/2014/main" id="{138DFB0F-549A-9C28-B18A-6FEE0434DFC3}"/>
                </a:ext>
              </a:extLst>
            </p:cNvPr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589;p36">
              <a:extLst>
                <a:ext uri="{FF2B5EF4-FFF2-40B4-BE49-F238E27FC236}">
                  <a16:creationId xmlns:a16="http://schemas.microsoft.com/office/drawing/2014/main" id="{E41CF9D9-CC89-5A02-B508-7156F8B1DA5A}"/>
                </a:ext>
              </a:extLst>
            </p:cNvPr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590;p36">
              <a:extLst>
                <a:ext uri="{FF2B5EF4-FFF2-40B4-BE49-F238E27FC236}">
                  <a16:creationId xmlns:a16="http://schemas.microsoft.com/office/drawing/2014/main" id="{039BECD2-70FA-C50E-7226-5B8FF5246B14}"/>
                </a:ext>
              </a:extLst>
            </p:cNvPr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591;p36">
              <a:extLst>
                <a:ext uri="{FF2B5EF4-FFF2-40B4-BE49-F238E27FC236}">
                  <a16:creationId xmlns:a16="http://schemas.microsoft.com/office/drawing/2014/main" id="{C2439B35-768F-793C-1B59-71EEA2C2A856}"/>
                </a:ext>
              </a:extLst>
            </p:cNvPr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92;p36">
              <a:extLst>
                <a:ext uri="{FF2B5EF4-FFF2-40B4-BE49-F238E27FC236}">
                  <a16:creationId xmlns:a16="http://schemas.microsoft.com/office/drawing/2014/main" id="{2C0C66AA-B6AB-97C0-E111-713B7F98CD64}"/>
                </a:ext>
              </a:extLst>
            </p:cNvPr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593;p36">
              <a:extLst>
                <a:ext uri="{FF2B5EF4-FFF2-40B4-BE49-F238E27FC236}">
                  <a16:creationId xmlns:a16="http://schemas.microsoft.com/office/drawing/2014/main" id="{82E16326-BF28-F933-A57F-142C5F860886}"/>
                </a:ext>
              </a:extLst>
            </p:cNvPr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594;p36">
              <a:extLst>
                <a:ext uri="{FF2B5EF4-FFF2-40B4-BE49-F238E27FC236}">
                  <a16:creationId xmlns:a16="http://schemas.microsoft.com/office/drawing/2014/main" id="{B6692946-3E52-A005-4656-746C487E5DA7}"/>
                </a:ext>
              </a:extLst>
            </p:cNvPr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529;p36">
            <a:extLst>
              <a:ext uri="{FF2B5EF4-FFF2-40B4-BE49-F238E27FC236}">
                <a16:creationId xmlns:a16="http://schemas.microsoft.com/office/drawing/2014/main" id="{19A6D988-BBCE-2EFB-483C-76F2B33F3857}"/>
              </a:ext>
            </a:extLst>
          </p:cNvPr>
          <p:cNvGrpSpPr/>
          <p:nvPr/>
        </p:nvGrpSpPr>
        <p:grpSpPr>
          <a:xfrm>
            <a:off x="-783698" y="3520325"/>
            <a:ext cx="1676896" cy="2298285"/>
            <a:chOff x="5796613" y="3422527"/>
            <a:chExt cx="839425" cy="1085700"/>
          </a:xfrm>
        </p:grpSpPr>
        <p:sp>
          <p:nvSpPr>
            <p:cNvPr id="209" name="Google Shape;530;p36">
              <a:extLst>
                <a:ext uri="{FF2B5EF4-FFF2-40B4-BE49-F238E27FC236}">
                  <a16:creationId xmlns:a16="http://schemas.microsoft.com/office/drawing/2014/main" id="{080010F4-7CE5-9534-7B12-5B5270893EB3}"/>
                </a:ext>
              </a:extLst>
            </p:cNvPr>
            <p:cNvSpPr/>
            <p:nvPr/>
          </p:nvSpPr>
          <p:spPr>
            <a:xfrm>
              <a:off x="5830838" y="4345727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531;p36">
              <a:extLst>
                <a:ext uri="{FF2B5EF4-FFF2-40B4-BE49-F238E27FC236}">
                  <a16:creationId xmlns:a16="http://schemas.microsoft.com/office/drawing/2014/main" id="{274F3C66-D646-3B24-2AF4-EB3ECF0CA350}"/>
                </a:ext>
              </a:extLst>
            </p:cNvPr>
            <p:cNvSpPr/>
            <p:nvPr/>
          </p:nvSpPr>
          <p:spPr>
            <a:xfrm>
              <a:off x="5841813" y="4246652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533;p36">
              <a:extLst>
                <a:ext uri="{FF2B5EF4-FFF2-40B4-BE49-F238E27FC236}">
                  <a16:creationId xmlns:a16="http://schemas.microsoft.com/office/drawing/2014/main" id="{E8CF67D7-826E-B31F-C859-EB6263242EDF}"/>
                </a:ext>
              </a:extLst>
            </p:cNvPr>
            <p:cNvSpPr/>
            <p:nvPr/>
          </p:nvSpPr>
          <p:spPr>
            <a:xfrm>
              <a:off x="5852463" y="3699327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534;p36">
              <a:extLst>
                <a:ext uri="{FF2B5EF4-FFF2-40B4-BE49-F238E27FC236}">
                  <a16:creationId xmlns:a16="http://schemas.microsoft.com/office/drawing/2014/main" id="{0DEAC37D-C207-A6C3-C674-576AE4BD30FD}"/>
                </a:ext>
              </a:extLst>
            </p:cNvPr>
            <p:cNvSpPr/>
            <p:nvPr/>
          </p:nvSpPr>
          <p:spPr>
            <a:xfrm>
              <a:off x="5982188" y="3687177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535;p36">
              <a:extLst>
                <a:ext uri="{FF2B5EF4-FFF2-40B4-BE49-F238E27FC236}">
                  <a16:creationId xmlns:a16="http://schemas.microsoft.com/office/drawing/2014/main" id="{6E024C46-E6CA-F109-76B4-A8237B58386C}"/>
                </a:ext>
              </a:extLst>
            </p:cNvPr>
            <p:cNvSpPr/>
            <p:nvPr/>
          </p:nvSpPr>
          <p:spPr>
            <a:xfrm>
              <a:off x="5998863" y="3696052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536;p36">
              <a:extLst>
                <a:ext uri="{FF2B5EF4-FFF2-40B4-BE49-F238E27FC236}">
                  <a16:creationId xmlns:a16="http://schemas.microsoft.com/office/drawing/2014/main" id="{551D3256-A367-4A40-5135-E9F4EEC68EEC}"/>
                </a:ext>
              </a:extLst>
            </p:cNvPr>
            <p:cNvSpPr/>
            <p:nvPr/>
          </p:nvSpPr>
          <p:spPr>
            <a:xfrm>
              <a:off x="5998788" y="3629252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537;p36">
              <a:extLst>
                <a:ext uri="{FF2B5EF4-FFF2-40B4-BE49-F238E27FC236}">
                  <a16:creationId xmlns:a16="http://schemas.microsoft.com/office/drawing/2014/main" id="{84E9FBA4-6F7C-BA39-9D2A-0F4E173AD2CB}"/>
                </a:ext>
              </a:extLst>
            </p:cNvPr>
            <p:cNvSpPr/>
            <p:nvPr/>
          </p:nvSpPr>
          <p:spPr>
            <a:xfrm>
              <a:off x="6014888" y="3430777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538;p36">
              <a:extLst>
                <a:ext uri="{FF2B5EF4-FFF2-40B4-BE49-F238E27FC236}">
                  <a16:creationId xmlns:a16="http://schemas.microsoft.com/office/drawing/2014/main" id="{B65D68A9-337A-37C9-2524-9B16C07E5C29}"/>
                </a:ext>
              </a:extLst>
            </p:cNvPr>
            <p:cNvSpPr/>
            <p:nvPr/>
          </p:nvSpPr>
          <p:spPr>
            <a:xfrm>
              <a:off x="6126963" y="3935527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539;p36">
              <a:extLst>
                <a:ext uri="{FF2B5EF4-FFF2-40B4-BE49-F238E27FC236}">
                  <a16:creationId xmlns:a16="http://schemas.microsoft.com/office/drawing/2014/main" id="{E6568BE9-0205-0120-0EC6-18FE5E813AED}"/>
                </a:ext>
              </a:extLst>
            </p:cNvPr>
            <p:cNvSpPr/>
            <p:nvPr/>
          </p:nvSpPr>
          <p:spPr>
            <a:xfrm>
              <a:off x="6113663" y="3929677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543;p36">
              <a:extLst>
                <a:ext uri="{FF2B5EF4-FFF2-40B4-BE49-F238E27FC236}">
                  <a16:creationId xmlns:a16="http://schemas.microsoft.com/office/drawing/2014/main" id="{89B65F6B-9C92-3DB3-D079-82F5BAB13FD6}"/>
                </a:ext>
              </a:extLst>
            </p:cNvPr>
            <p:cNvSpPr/>
            <p:nvPr/>
          </p:nvSpPr>
          <p:spPr>
            <a:xfrm>
              <a:off x="6194363" y="3571402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544;p36">
              <a:extLst>
                <a:ext uri="{FF2B5EF4-FFF2-40B4-BE49-F238E27FC236}">
                  <a16:creationId xmlns:a16="http://schemas.microsoft.com/office/drawing/2014/main" id="{8972DAC4-FAD1-C925-274A-803278D3EC04}"/>
                </a:ext>
              </a:extLst>
            </p:cNvPr>
            <p:cNvSpPr/>
            <p:nvPr/>
          </p:nvSpPr>
          <p:spPr>
            <a:xfrm>
              <a:off x="6249463" y="3583327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545;p36">
              <a:extLst>
                <a:ext uri="{FF2B5EF4-FFF2-40B4-BE49-F238E27FC236}">
                  <a16:creationId xmlns:a16="http://schemas.microsoft.com/office/drawing/2014/main" id="{761087E3-82D0-043E-C8C5-8A1BB4B61C78}"/>
                </a:ext>
              </a:extLst>
            </p:cNvPr>
            <p:cNvSpPr/>
            <p:nvPr/>
          </p:nvSpPr>
          <p:spPr>
            <a:xfrm>
              <a:off x="6260063" y="3592177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546;p36">
              <a:extLst>
                <a:ext uri="{FF2B5EF4-FFF2-40B4-BE49-F238E27FC236}">
                  <a16:creationId xmlns:a16="http://schemas.microsoft.com/office/drawing/2014/main" id="{A2BD6C72-293E-897B-F455-10DEED6E2703}"/>
                </a:ext>
              </a:extLst>
            </p:cNvPr>
            <p:cNvSpPr/>
            <p:nvPr/>
          </p:nvSpPr>
          <p:spPr>
            <a:xfrm>
              <a:off x="6518513" y="3672427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547;p36">
              <a:extLst>
                <a:ext uri="{FF2B5EF4-FFF2-40B4-BE49-F238E27FC236}">
                  <a16:creationId xmlns:a16="http://schemas.microsoft.com/office/drawing/2014/main" id="{2ECC7422-2C31-98B6-925F-DDEBA1FB4DF2}"/>
                </a:ext>
              </a:extLst>
            </p:cNvPr>
            <p:cNvSpPr/>
            <p:nvPr/>
          </p:nvSpPr>
          <p:spPr>
            <a:xfrm>
              <a:off x="6375863" y="3640902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550;p36">
              <a:extLst>
                <a:ext uri="{FF2B5EF4-FFF2-40B4-BE49-F238E27FC236}">
                  <a16:creationId xmlns:a16="http://schemas.microsoft.com/office/drawing/2014/main" id="{41125B87-BF41-FE9C-8CE7-5589323BBB69}"/>
                </a:ext>
              </a:extLst>
            </p:cNvPr>
            <p:cNvSpPr/>
            <p:nvPr/>
          </p:nvSpPr>
          <p:spPr>
            <a:xfrm>
              <a:off x="6281663" y="3462002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551;p36">
              <a:extLst>
                <a:ext uri="{FF2B5EF4-FFF2-40B4-BE49-F238E27FC236}">
                  <a16:creationId xmlns:a16="http://schemas.microsoft.com/office/drawing/2014/main" id="{740CE008-3A64-744C-8A9E-64331F991C95}"/>
                </a:ext>
              </a:extLst>
            </p:cNvPr>
            <p:cNvSpPr/>
            <p:nvPr/>
          </p:nvSpPr>
          <p:spPr>
            <a:xfrm>
              <a:off x="6281663" y="3484527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552;p36">
              <a:extLst>
                <a:ext uri="{FF2B5EF4-FFF2-40B4-BE49-F238E27FC236}">
                  <a16:creationId xmlns:a16="http://schemas.microsoft.com/office/drawing/2014/main" id="{51B5B4B3-F86F-4AA4-6D63-27683E12245D}"/>
                </a:ext>
              </a:extLst>
            </p:cNvPr>
            <p:cNvSpPr/>
            <p:nvPr/>
          </p:nvSpPr>
          <p:spPr>
            <a:xfrm>
              <a:off x="6209863" y="3617002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553;p36">
              <a:extLst>
                <a:ext uri="{FF2B5EF4-FFF2-40B4-BE49-F238E27FC236}">
                  <a16:creationId xmlns:a16="http://schemas.microsoft.com/office/drawing/2014/main" id="{5721F5A1-EA1E-7512-44DF-5ED87C30C9B1}"/>
                </a:ext>
              </a:extLst>
            </p:cNvPr>
            <p:cNvSpPr/>
            <p:nvPr/>
          </p:nvSpPr>
          <p:spPr>
            <a:xfrm>
              <a:off x="6207688" y="3615252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554;p36">
              <a:extLst>
                <a:ext uri="{FF2B5EF4-FFF2-40B4-BE49-F238E27FC236}">
                  <a16:creationId xmlns:a16="http://schemas.microsoft.com/office/drawing/2014/main" id="{5B151DA4-360A-C9D6-EE99-0FE41F64E981}"/>
                </a:ext>
              </a:extLst>
            </p:cNvPr>
            <p:cNvSpPr/>
            <p:nvPr/>
          </p:nvSpPr>
          <p:spPr>
            <a:xfrm>
              <a:off x="6220463" y="3422527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560;p36">
              <a:extLst>
                <a:ext uri="{FF2B5EF4-FFF2-40B4-BE49-F238E27FC236}">
                  <a16:creationId xmlns:a16="http://schemas.microsoft.com/office/drawing/2014/main" id="{D6D1D381-B184-7A3A-73D6-45EBFE6501AE}"/>
                </a:ext>
              </a:extLst>
            </p:cNvPr>
            <p:cNvSpPr/>
            <p:nvPr/>
          </p:nvSpPr>
          <p:spPr>
            <a:xfrm>
              <a:off x="5899313" y="4280627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574;p36">
              <a:extLst>
                <a:ext uri="{FF2B5EF4-FFF2-40B4-BE49-F238E27FC236}">
                  <a16:creationId xmlns:a16="http://schemas.microsoft.com/office/drawing/2014/main" id="{D2D662A4-60AB-9889-D53A-F895886E184A}"/>
                </a:ext>
              </a:extLst>
            </p:cNvPr>
            <p:cNvSpPr/>
            <p:nvPr/>
          </p:nvSpPr>
          <p:spPr>
            <a:xfrm>
              <a:off x="5957238" y="3776627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575;p36">
              <a:extLst>
                <a:ext uri="{FF2B5EF4-FFF2-40B4-BE49-F238E27FC236}">
                  <a16:creationId xmlns:a16="http://schemas.microsoft.com/office/drawing/2014/main" id="{59725B2D-D734-7E3E-75E1-EB72EB0E45BE}"/>
                </a:ext>
              </a:extLst>
            </p:cNvPr>
            <p:cNvSpPr/>
            <p:nvPr/>
          </p:nvSpPr>
          <p:spPr>
            <a:xfrm>
              <a:off x="5947138" y="3790277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576;p36">
              <a:extLst>
                <a:ext uri="{FF2B5EF4-FFF2-40B4-BE49-F238E27FC236}">
                  <a16:creationId xmlns:a16="http://schemas.microsoft.com/office/drawing/2014/main" id="{410563A0-3530-527E-D8EE-D33EF6FC5C90}"/>
                </a:ext>
              </a:extLst>
            </p:cNvPr>
            <p:cNvSpPr/>
            <p:nvPr/>
          </p:nvSpPr>
          <p:spPr>
            <a:xfrm>
              <a:off x="5966663" y="3818677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577;p36">
              <a:extLst>
                <a:ext uri="{FF2B5EF4-FFF2-40B4-BE49-F238E27FC236}">
                  <a16:creationId xmlns:a16="http://schemas.microsoft.com/office/drawing/2014/main" id="{88DC9D16-99B8-328C-E4E1-807CE656E9C3}"/>
                </a:ext>
              </a:extLst>
            </p:cNvPr>
            <p:cNvSpPr/>
            <p:nvPr/>
          </p:nvSpPr>
          <p:spPr>
            <a:xfrm>
              <a:off x="5978188" y="3820452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578;p36">
              <a:extLst>
                <a:ext uri="{FF2B5EF4-FFF2-40B4-BE49-F238E27FC236}">
                  <a16:creationId xmlns:a16="http://schemas.microsoft.com/office/drawing/2014/main" id="{F397F0B4-F21C-4490-6599-AFE9D1F07389}"/>
                </a:ext>
              </a:extLst>
            </p:cNvPr>
            <p:cNvSpPr/>
            <p:nvPr/>
          </p:nvSpPr>
          <p:spPr>
            <a:xfrm>
              <a:off x="5796613" y="3803052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579;p36">
              <a:extLst>
                <a:ext uri="{FF2B5EF4-FFF2-40B4-BE49-F238E27FC236}">
                  <a16:creationId xmlns:a16="http://schemas.microsoft.com/office/drawing/2014/main" id="{0C1A3BBC-CF65-0F25-27FB-32D15DECB4FB}"/>
                </a:ext>
              </a:extLst>
            </p:cNvPr>
            <p:cNvSpPr/>
            <p:nvPr/>
          </p:nvSpPr>
          <p:spPr>
            <a:xfrm>
              <a:off x="5944338" y="4113427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580;p36">
              <a:extLst>
                <a:ext uri="{FF2B5EF4-FFF2-40B4-BE49-F238E27FC236}">
                  <a16:creationId xmlns:a16="http://schemas.microsoft.com/office/drawing/2014/main" id="{FEBE9C37-01A6-E6FC-012E-D961168CFDDC}"/>
                </a:ext>
              </a:extLst>
            </p:cNvPr>
            <p:cNvSpPr/>
            <p:nvPr/>
          </p:nvSpPr>
          <p:spPr>
            <a:xfrm>
              <a:off x="5885988" y="4078402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581;p36">
              <a:extLst>
                <a:ext uri="{FF2B5EF4-FFF2-40B4-BE49-F238E27FC236}">
                  <a16:creationId xmlns:a16="http://schemas.microsoft.com/office/drawing/2014/main" id="{9FDAB73B-E57A-327E-58AA-008821B22A2A}"/>
                </a:ext>
              </a:extLst>
            </p:cNvPr>
            <p:cNvSpPr/>
            <p:nvPr/>
          </p:nvSpPr>
          <p:spPr>
            <a:xfrm>
              <a:off x="5828913" y="4031227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582;p36">
              <a:extLst>
                <a:ext uri="{FF2B5EF4-FFF2-40B4-BE49-F238E27FC236}">
                  <a16:creationId xmlns:a16="http://schemas.microsoft.com/office/drawing/2014/main" id="{A1F21486-FF68-0A3A-B30F-DEBD40019113}"/>
                </a:ext>
              </a:extLst>
            </p:cNvPr>
            <p:cNvSpPr/>
            <p:nvPr/>
          </p:nvSpPr>
          <p:spPr>
            <a:xfrm>
              <a:off x="5798763" y="3970177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583;p36">
              <a:extLst>
                <a:ext uri="{FF2B5EF4-FFF2-40B4-BE49-F238E27FC236}">
                  <a16:creationId xmlns:a16="http://schemas.microsoft.com/office/drawing/2014/main" id="{AA151595-366F-3BC0-E204-D781475A42F3}"/>
                </a:ext>
              </a:extLst>
            </p:cNvPr>
            <p:cNvSpPr/>
            <p:nvPr/>
          </p:nvSpPr>
          <p:spPr>
            <a:xfrm>
              <a:off x="5810388" y="3889802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584;p36">
              <a:extLst>
                <a:ext uri="{FF2B5EF4-FFF2-40B4-BE49-F238E27FC236}">
                  <a16:creationId xmlns:a16="http://schemas.microsoft.com/office/drawing/2014/main" id="{42013DD3-EDFE-8B36-D943-03AB7DBDF105}"/>
                </a:ext>
              </a:extLst>
            </p:cNvPr>
            <p:cNvSpPr/>
            <p:nvPr/>
          </p:nvSpPr>
          <p:spPr>
            <a:xfrm>
              <a:off x="5856363" y="3826102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585;p36">
              <a:extLst>
                <a:ext uri="{FF2B5EF4-FFF2-40B4-BE49-F238E27FC236}">
                  <a16:creationId xmlns:a16="http://schemas.microsoft.com/office/drawing/2014/main" id="{44C308CD-1FB3-EBFB-3F64-9E30B28F068F}"/>
                </a:ext>
              </a:extLst>
            </p:cNvPr>
            <p:cNvSpPr/>
            <p:nvPr/>
          </p:nvSpPr>
          <p:spPr>
            <a:xfrm>
              <a:off x="5920663" y="3803227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586;p36">
              <a:extLst>
                <a:ext uri="{FF2B5EF4-FFF2-40B4-BE49-F238E27FC236}">
                  <a16:creationId xmlns:a16="http://schemas.microsoft.com/office/drawing/2014/main" id="{114583F7-3F38-C972-708B-87F67BF9E974}"/>
                </a:ext>
              </a:extLst>
            </p:cNvPr>
            <p:cNvSpPr/>
            <p:nvPr/>
          </p:nvSpPr>
          <p:spPr>
            <a:xfrm>
              <a:off x="5987038" y="4128327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587;p36">
              <a:extLst>
                <a:ext uri="{FF2B5EF4-FFF2-40B4-BE49-F238E27FC236}">
                  <a16:creationId xmlns:a16="http://schemas.microsoft.com/office/drawing/2014/main" id="{7501AB06-E9C4-0B69-720F-742168BD30BA}"/>
                </a:ext>
              </a:extLst>
            </p:cNvPr>
            <p:cNvSpPr/>
            <p:nvPr/>
          </p:nvSpPr>
          <p:spPr>
            <a:xfrm>
              <a:off x="6056463" y="4234702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588;p36">
              <a:extLst>
                <a:ext uri="{FF2B5EF4-FFF2-40B4-BE49-F238E27FC236}">
                  <a16:creationId xmlns:a16="http://schemas.microsoft.com/office/drawing/2014/main" id="{972F872C-A7DF-04B7-8C83-A4074CD07897}"/>
                </a:ext>
              </a:extLst>
            </p:cNvPr>
            <p:cNvSpPr/>
            <p:nvPr/>
          </p:nvSpPr>
          <p:spPr>
            <a:xfrm>
              <a:off x="6011763" y="4141902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589;p36">
              <a:extLst>
                <a:ext uri="{FF2B5EF4-FFF2-40B4-BE49-F238E27FC236}">
                  <a16:creationId xmlns:a16="http://schemas.microsoft.com/office/drawing/2014/main" id="{460FA6C8-1EC2-6392-B470-FB41B211D3E6}"/>
                </a:ext>
              </a:extLst>
            </p:cNvPr>
            <p:cNvSpPr/>
            <p:nvPr/>
          </p:nvSpPr>
          <p:spPr>
            <a:xfrm>
              <a:off x="6042813" y="4149902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590;p36">
              <a:extLst>
                <a:ext uri="{FF2B5EF4-FFF2-40B4-BE49-F238E27FC236}">
                  <a16:creationId xmlns:a16="http://schemas.microsoft.com/office/drawing/2014/main" id="{B3CDC261-5710-DEBC-6EE8-D244A87BA708}"/>
                </a:ext>
              </a:extLst>
            </p:cNvPr>
            <p:cNvSpPr/>
            <p:nvPr/>
          </p:nvSpPr>
          <p:spPr>
            <a:xfrm>
              <a:off x="6061938" y="4164952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591;p36">
              <a:extLst>
                <a:ext uri="{FF2B5EF4-FFF2-40B4-BE49-F238E27FC236}">
                  <a16:creationId xmlns:a16="http://schemas.microsoft.com/office/drawing/2014/main" id="{E2BBE22A-394C-2C01-3FD7-D124FD22790C}"/>
                </a:ext>
              </a:extLst>
            </p:cNvPr>
            <p:cNvSpPr/>
            <p:nvPr/>
          </p:nvSpPr>
          <p:spPr>
            <a:xfrm>
              <a:off x="6057338" y="4164977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592;p36">
              <a:extLst>
                <a:ext uri="{FF2B5EF4-FFF2-40B4-BE49-F238E27FC236}">
                  <a16:creationId xmlns:a16="http://schemas.microsoft.com/office/drawing/2014/main" id="{171E497E-0FA1-B1C5-3E25-20047F59D0CA}"/>
                </a:ext>
              </a:extLst>
            </p:cNvPr>
            <p:cNvSpPr/>
            <p:nvPr/>
          </p:nvSpPr>
          <p:spPr>
            <a:xfrm>
              <a:off x="6082388" y="4146277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593;p36">
              <a:extLst>
                <a:ext uri="{FF2B5EF4-FFF2-40B4-BE49-F238E27FC236}">
                  <a16:creationId xmlns:a16="http://schemas.microsoft.com/office/drawing/2014/main" id="{E88BC40F-489A-3E0F-83BF-407ECDDE4190}"/>
                </a:ext>
              </a:extLst>
            </p:cNvPr>
            <p:cNvSpPr/>
            <p:nvPr/>
          </p:nvSpPr>
          <p:spPr>
            <a:xfrm>
              <a:off x="6058888" y="4180277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594;p36">
              <a:extLst>
                <a:ext uri="{FF2B5EF4-FFF2-40B4-BE49-F238E27FC236}">
                  <a16:creationId xmlns:a16="http://schemas.microsoft.com/office/drawing/2014/main" id="{BD534BBE-58D9-488A-EC49-816EB811B5BF}"/>
                </a:ext>
              </a:extLst>
            </p:cNvPr>
            <p:cNvSpPr/>
            <p:nvPr/>
          </p:nvSpPr>
          <p:spPr>
            <a:xfrm>
              <a:off x="5796613" y="3803077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85283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7"/>
          <p:cNvSpPr txBox="1">
            <a:spLocks noGrp="1"/>
          </p:cNvSpPr>
          <p:nvPr>
            <p:ph type="ctrTitle"/>
          </p:nvPr>
        </p:nvSpPr>
        <p:spPr>
          <a:xfrm>
            <a:off x="295294" y="1770614"/>
            <a:ext cx="4710522" cy="10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/>
              <a:t>Hvala </a:t>
            </a:r>
            <a:r>
              <a:rPr lang="en" sz="3200" err="1"/>
              <a:t>na</a:t>
            </a:r>
            <a:r>
              <a:rPr lang="en" sz="3200"/>
              <a:t> </a:t>
            </a:r>
            <a:r>
              <a:rPr lang="en" sz="3200" err="1"/>
              <a:t>pažnji</a:t>
            </a:r>
            <a:r>
              <a:rPr lang="en" sz="3200"/>
              <a:t>!</a:t>
            </a:r>
            <a:endParaRPr lang="en-US" sz="3200"/>
          </a:p>
        </p:txBody>
      </p:sp>
      <p:cxnSp>
        <p:nvCxnSpPr>
          <p:cNvPr id="623" name="Google Shape;623;p37"/>
          <p:cNvCxnSpPr/>
          <p:nvPr/>
        </p:nvCxnSpPr>
        <p:spPr>
          <a:xfrm>
            <a:off x="3599492" y="2552042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625" name="Google Shape;625;p37"/>
          <p:cNvGrpSpPr/>
          <p:nvPr/>
        </p:nvGrpSpPr>
        <p:grpSpPr>
          <a:xfrm>
            <a:off x="4902098" y="535097"/>
            <a:ext cx="3683753" cy="4073629"/>
            <a:chOff x="4825898" y="535097"/>
            <a:chExt cx="3683753" cy="4073629"/>
          </a:xfrm>
        </p:grpSpPr>
        <p:grpSp>
          <p:nvGrpSpPr>
            <p:cNvPr id="626" name="Google Shape;626;p37"/>
            <p:cNvGrpSpPr/>
            <p:nvPr/>
          </p:nvGrpSpPr>
          <p:grpSpPr>
            <a:xfrm>
              <a:off x="5416996" y="1013447"/>
              <a:ext cx="2303759" cy="3595278"/>
              <a:chOff x="5416996" y="1013447"/>
              <a:chExt cx="2303759" cy="3595278"/>
            </a:xfrm>
          </p:grpSpPr>
          <p:sp>
            <p:nvSpPr>
              <p:cNvPr id="627" name="Google Shape;627;p37"/>
              <p:cNvSpPr/>
              <p:nvPr/>
            </p:nvSpPr>
            <p:spPr>
              <a:xfrm>
                <a:off x="5416996" y="1826109"/>
                <a:ext cx="1397099" cy="2781023"/>
              </a:xfrm>
              <a:custGeom>
                <a:avLst/>
                <a:gdLst/>
                <a:ahLst/>
                <a:cxnLst/>
                <a:rect l="l" t="t" r="r" b="b"/>
                <a:pathLst>
                  <a:path w="29800" h="59319" extrusionOk="0">
                    <a:moveTo>
                      <a:pt x="43" y="0"/>
                    </a:moveTo>
                    <a:cubicBezTo>
                      <a:pt x="20" y="0"/>
                      <a:pt x="0" y="20"/>
                      <a:pt x="0" y="43"/>
                    </a:cubicBezTo>
                    <a:lnTo>
                      <a:pt x="0" y="59276"/>
                    </a:lnTo>
                    <a:cubicBezTo>
                      <a:pt x="0" y="59301"/>
                      <a:pt x="20" y="59319"/>
                      <a:pt x="43" y="59319"/>
                    </a:cubicBezTo>
                    <a:lnTo>
                      <a:pt x="29757" y="59319"/>
                    </a:lnTo>
                    <a:cubicBezTo>
                      <a:pt x="29781" y="59319"/>
                      <a:pt x="29800" y="59301"/>
                      <a:pt x="29800" y="59276"/>
                    </a:cubicBezTo>
                    <a:lnTo>
                      <a:pt x="29800" y="43"/>
                    </a:lnTo>
                    <a:cubicBezTo>
                      <a:pt x="29800" y="20"/>
                      <a:pt x="29781" y="0"/>
                      <a:pt x="29757" y="0"/>
                    </a:cubicBezTo>
                    <a:close/>
                  </a:path>
                </a:pathLst>
              </a:custGeom>
              <a:solidFill>
                <a:srgbClr val="5448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7"/>
              <p:cNvSpPr/>
              <p:nvPr/>
            </p:nvSpPr>
            <p:spPr>
              <a:xfrm>
                <a:off x="5551970" y="1826109"/>
                <a:ext cx="1397099" cy="2781023"/>
              </a:xfrm>
              <a:custGeom>
                <a:avLst/>
                <a:gdLst/>
                <a:ahLst/>
                <a:cxnLst/>
                <a:rect l="l" t="t" r="r" b="b"/>
                <a:pathLst>
                  <a:path w="29800" h="59319" extrusionOk="0">
                    <a:moveTo>
                      <a:pt x="886" y="0"/>
                    </a:moveTo>
                    <a:cubicBezTo>
                      <a:pt x="395" y="0"/>
                      <a:pt x="0" y="395"/>
                      <a:pt x="0" y="886"/>
                    </a:cubicBezTo>
                    <a:lnTo>
                      <a:pt x="0" y="58434"/>
                    </a:lnTo>
                    <a:cubicBezTo>
                      <a:pt x="0" y="58924"/>
                      <a:pt x="395" y="59319"/>
                      <a:pt x="886" y="59319"/>
                    </a:cubicBezTo>
                    <a:lnTo>
                      <a:pt x="28914" y="59319"/>
                    </a:lnTo>
                    <a:cubicBezTo>
                      <a:pt x="29405" y="59319"/>
                      <a:pt x="29800" y="58924"/>
                      <a:pt x="29800" y="58434"/>
                    </a:cubicBezTo>
                    <a:lnTo>
                      <a:pt x="29800" y="886"/>
                    </a:lnTo>
                    <a:cubicBezTo>
                      <a:pt x="29800" y="395"/>
                      <a:pt x="29405" y="0"/>
                      <a:pt x="28914" y="0"/>
                    </a:cubicBezTo>
                    <a:close/>
                  </a:path>
                </a:pathLst>
              </a:custGeom>
              <a:solidFill>
                <a:srgbClr val="6156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7"/>
              <p:cNvSpPr/>
              <p:nvPr/>
            </p:nvSpPr>
            <p:spPr>
              <a:xfrm>
                <a:off x="5622997" y="1897229"/>
                <a:ext cx="1255045" cy="2485570"/>
              </a:xfrm>
              <a:custGeom>
                <a:avLst/>
                <a:gdLst/>
                <a:ahLst/>
                <a:cxnLst/>
                <a:rect l="l" t="t" r="r" b="b"/>
                <a:pathLst>
                  <a:path w="26770" h="53017" extrusionOk="0">
                    <a:moveTo>
                      <a:pt x="245" y="0"/>
                    </a:moveTo>
                    <a:cubicBezTo>
                      <a:pt x="111" y="0"/>
                      <a:pt x="0" y="109"/>
                      <a:pt x="0" y="243"/>
                    </a:cubicBezTo>
                    <a:lnTo>
                      <a:pt x="0" y="52772"/>
                    </a:lnTo>
                    <a:cubicBezTo>
                      <a:pt x="0" y="52908"/>
                      <a:pt x="111" y="53017"/>
                      <a:pt x="245" y="53017"/>
                    </a:cubicBezTo>
                    <a:lnTo>
                      <a:pt x="26525" y="53017"/>
                    </a:lnTo>
                    <a:cubicBezTo>
                      <a:pt x="26659" y="53017"/>
                      <a:pt x="26770" y="52908"/>
                      <a:pt x="26770" y="52772"/>
                    </a:cubicBezTo>
                    <a:lnTo>
                      <a:pt x="26770" y="243"/>
                    </a:lnTo>
                    <a:cubicBezTo>
                      <a:pt x="26770" y="109"/>
                      <a:pt x="26659" y="0"/>
                      <a:pt x="26525" y="0"/>
                    </a:cubicBezTo>
                    <a:close/>
                  </a:path>
                </a:pathLst>
              </a:custGeom>
              <a:solidFill>
                <a:srgbClr val="F2F5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7"/>
              <p:cNvSpPr/>
              <p:nvPr/>
            </p:nvSpPr>
            <p:spPr>
              <a:xfrm>
                <a:off x="6180008" y="4419086"/>
                <a:ext cx="141116" cy="141116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3010" extrusionOk="0">
                    <a:moveTo>
                      <a:pt x="1505" y="1"/>
                    </a:moveTo>
                    <a:cubicBezTo>
                      <a:pt x="673" y="1"/>
                      <a:pt x="0" y="673"/>
                      <a:pt x="0" y="1505"/>
                    </a:cubicBezTo>
                    <a:cubicBezTo>
                      <a:pt x="0" y="2335"/>
                      <a:pt x="673" y="3009"/>
                      <a:pt x="1505" y="3009"/>
                    </a:cubicBezTo>
                    <a:cubicBezTo>
                      <a:pt x="2335" y="3009"/>
                      <a:pt x="3009" y="2335"/>
                      <a:pt x="3009" y="1505"/>
                    </a:cubicBezTo>
                    <a:cubicBezTo>
                      <a:pt x="3009" y="673"/>
                      <a:pt x="2335" y="1"/>
                      <a:pt x="1505" y="1"/>
                    </a:cubicBezTo>
                    <a:close/>
                  </a:path>
                </a:pathLst>
              </a:custGeom>
              <a:solidFill>
                <a:srgbClr val="5448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7"/>
              <p:cNvSpPr/>
              <p:nvPr/>
            </p:nvSpPr>
            <p:spPr>
              <a:xfrm>
                <a:off x="5448032" y="1897229"/>
                <a:ext cx="72949" cy="399626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8524" extrusionOk="0">
                    <a:moveTo>
                      <a:pt x="505" y="0"/>
                    </a:moveTo>
                    <a:cubicBezTo>
                      <a:pt x="227" y="0"/>
                      <a:pt x="0" y="225"/>
                      <a:pt x="0" y="503"/>
                    </a:cubicBezTo>
                    <a:lnTo>
                      <a:pt x="0" y="8021"/>
                    </a:lnTo>
                    <a:cubicBezTo>
                      <a:pt x="0" y="8299"/>
                      <a:pt x="227" y="8524"/>
                      <a:pt x="505" y="8524"/>
                    </a:cubicBezTo>
                    <a:lnTo>
                      <a:pt x="1052" y="8524"/>
                    </a:lnTo>
                    <a:cubicBezTo>
                      <a:pt x="1329" y="8524"/>
                      <a:pt x="1555" y="8299"/>
                      <a:pt x="1555" y="8021"/>
                    </a:cubicBezTo>
                    <a:lnTo>
                      <a:pt x="1555" y="503"/>
                    </a:lnTo>
                    <a:cubicBezTo>
                      <a:pt x="1555" y="225"/>
                      <a:pt x="1329" y="0"/>
                      <a:pt x="1052" y="0"/>
                    </a:cubicBezTo>
                    <a:close/>
                  </a:path>
                </a:pathLst>
              </a:custGeom>
              <a:solidFill>
                <a:srgbClr val="6156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7"/>
              <p:cNvSpPr/>
              <p:nvPr/>
            </p:nvSpPr>
            <p:spPr>
              <a:xfrm>
                <a:off x="5448032" y="2335065"/>
                <a:ext cx="72949" cy="39972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8526" extrusionOk="0">
                    <a:moveTo>
                      <a:pt x="505" y="1"/>
                    </a:moveTo>
                    <a:cubicBezTo>
                      <a:pt x="227" y="1"/>
                      <a:pt x="0" y="227"/>
                      <a:pt x="0" y="504"/>
                    </a:cubicBezTo>
                    <a:lnTo>
                      <a:pt x="0" y="8021"/>
                    </a:lnTo>
                    <a:cubicBezTo>
                      <a:pt x="0" y="8300"/>
                      <a:pt x="227" y="8526"/>
                      <a:pt x="505" y="8526"/>
                    </a:cubicBezTo>
                    <a:lnTo>
                      <a:pt x="1052" y="8526"/>
                    </a:lnTo>
                    <a:cubicBezTo>
                      <a:pt x="1329" y="8526"/>
                      <a:pt x="1555" y="8300"/>
                      <a:pt x="1555" y="8021"/>
                    </a:cubicBezTo>
                    <a:lnTo>
                      <a:pt x="1555" y="504"/>
                    </a:lnTo>
                    <a:cubicBezTo>
                      <a:pt x="1555" y="226"/>
                      <a:pt x="1329" y="1"/>
                      <a:pt x="1052" y="1"/>
                    </a:cubicBezTo>
                    <a:close/>
                  </a:path>
                </a:pathLst>
              </a:custGeom>
              <a:solidFill>
                <a:srgbClr val="6156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7"/>
              <p:cNvSpPr/>
              <p:nvPr/>
            </p:nvSpPr>
            <p:spPr>
              <a:xfrm>
                <a:off x="5467394" y="3094140"/>
                <a:ext cx="1566251" cy="207408"/>
              </a:xfrm>
              <a:custGeom>
                <a:avLst/>
                <a:gdLst/>
                <a:ahLst/>
                <a:cxnLst/>
                <a:rect l="l" t="t" r="r" b="b"/>
                <a:pathLst>
                  <a:path w="33408" h="4424" extrusionOk="0">
                    <a:moveTo>
                      <a:pt x="16705" y="1"/>
                    </a:moveTo>
                    <a:cubicBezTo>
                      <a:pt x="7480" y="1"/>
                      <a:pt x="0" y="991"/>
                      <a:pt x="0" y="2211"/>
                    </a:cubicBezTo>
                    <a:cubicBezTo>
                      <a:pt x="0" y="3433"/>
                      <a:pt x="7480" y="4424"/>
                      <a:pt x="16705" y="4424"/>
                    </a:cubicBezTo>
                    <a:cubicBezTo>
                      <a:pt x="25930" y="4424"/>
                      <a:pt x="33408" y="3433"/>
                      <a:pt x="33408" y="2211"/>
                    </a:cubicBezTo>
                    <a:cubicBezTo>
                      <a:pt x="33408" y="991"/>
                      <a:pt x="25930" y="1"/>
                      <a:pt x="16705" y="1"/>
                    </a:cubicBezTo>
                    <a:close/>
                  </a:path>
                </a:pathLst>
              </a:custGeom>
              <a:solidFill>
                <a:srgbClr val="F2F4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7"/>
              <p:cNvSpPr/>
              <p:nvPr/>
            </p:nvSpPr>
            <p:spPr>
              <a:xfrm>
                <a:off x="5513527" y="3126817"/>
                <a:ext cx="1474033" cy="142054"/>
              </a:xfrm>
              <a:custGeom>
                <a:avLst/>
                <a:gdLst/>
                <a:ahLst/>
                <a:cxnLst/>
                <a:rect l="l" t="t" r="r" b="b"/>
                <a:pathLst>
                  <a:path w="31441" h="3030" extrusionOk="0">
                    <a:moveTo>
                      <a:pt x="15721" y="1"/>
                    </a:moveTo>
                    <a:cubicBezTo>
                      <a:pt x="11633" y="1"/>
                      <a:pt x="7709" y="200"/>
                      <a:pt x="4672" y="559"/>
                    </a:cubicBezTo>
                    <a:cubicBezTo>
                      <a:pt x="1764" y="903"/>
                      <a:pt x="518" y="1287"/>
                      <a:pt x="1" y="1514"/>
                    </a:cubicBezTo>
                    <a:cubicBezTo>
                      <a:pt x="518" y="1744"/>
                      <a:pt x="1764" y="2127"/>
                      <a:pt x="4672" y="2471"/>
                    </a:cubicBezTo>
                    <a:cubicBezTo>
                      <a:pt x="7709" y="2831"/>
                      <a:pt x="11633" y="3029"/>
                      <a:pt x="15721" y="3029"/>
                    </a:cubicBezTo>
                    <a:cubicBezTo>
                      <a:pt x="19807" y="3029"/>
                      <a:pt x="23731" y="2831"/>
                      <a:pt x="26768" y="2471"/>
                    </a:cubicBezTo>
                    <a:cubicBezTo>
                      <a:pt x="29676" y="2127"/>
                      <a:pt x="30922" y="1744"/>
                      <a:pt x="31441" y="1514"/>
                    </a:cubicBezTo>
                    <a:cubicBezTo>
                      <a:pt x="30922" y="1287"/>
                      <a:pt x="29676" y="903"/>
                      <a:pt x="26768" y="559"/>
                    </a:cubicBezTo>
                    <a:cubicBezTo>
                      <a:pt x="23731" y="200"/>
                      <a:pt x="19807" y="1"/>
                      <a:pt x="15721" y="1"/>
                    </a:cubicBezTo>
                    <a:close/>
                  </a:path>
                </a:pathLst>
              </a:custGeom>
              <a:solidFill>
                <a:srgbClr val="5A63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7"/>
              <p:cNvSpPr/>
              <p:nvPr/>
            </p:nvSpPr>
            <p:spPr>
              <a:xfrm>
                <a:off x="5467394" y="3027895"/>
                <a:ext cx="1566251" cy="169949"/>
              </a:xfrm>
              <a:custGeom>
                <a:avLst/>
                <a:gdLst/>
                <a:ahLst/>
                <a:cxnLst/>
                <a:rect l="l" t="t" r="r" b="b"/>
                <a:pathLst>
                  <a:path w="33408" h="3625" extrusionOk="0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2635"/>
                      <a:pt x="7480" y="3624"/>
                      <a:pt x="16705" y="3624"/>
                    </a:cubicBezTo>
                    <a:cubicBezTo>
                      <a:pt x="25930" y="3624"/>
                      <a:pt x="33408" y="2635"/>
                      <a:pt x="33408" y="1414"/>
                    </a:cubicBezTo>
                    <a:lnTo>
                      <a:pt x="33408" y="1"/>
                    </a:lnTo>
                    <a:cubicBezTo>
                      <a:pt x="31824" y="1030"/>
                      <a:pt x="24947" y="1805"/>
                      <a:pt x="16705" y="1805"/>
                    </a:cubicBezTo>
                    <a:cubicBezTo>
                      <a:pt x="8461" y="1805"/>
                      <a:pt x="1584" y="1030"/>
                      <a:pt x="0" y="1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7"/>
              <p:cNvSpPr/>
              <p:nvPr/>
            </p:nvSpPr>
            <p:spPr>
              <a:xfrm>
                <a:off x="5467394" y="2144347"/>
                <a:ext cx="1566251" cy="968171"/>
              </a:xfrm>
              <a:custGeom>
                <a:avLst/>
                <a:gdLst/>
                <a:ahLst/>
                <a:cxnLst/>
                <a:rect l="l" t="t" r="r" b="b"/>
                <a:pathLst>
                  <a:path w="33408" h="20651" extrusionOk="0">
                    <a:moveTo>
                      <a:pt x="16705" y="1"/>
                    </a:moveTo>
                    <a:cubicBezTo>
                      <a:pt x="7480" y="1"/>
                      <a:pt x="0" y="7478"/>
                      <a:pt x="0" y="16705"/>
                    </a:cubicBezTo>
                    <a:lnTo>
                      <a:pt x="0" y="18847"/>
                    </a:lnTo>
                    <a:cubicBezTo>
                      <a:pt x="1584" y="19876"/>
                      <a:pt x="8461" y="20651"/>
                      <a:pt x="16705" y="20651"/>
                    </a:cubicBezTo>
                    <a:cubicBezTo>
                      <a:pt x="24947" y="20651"/>
                      <a:pt x="31824" y="19876"/>
                      <a:pt x="33408" y="18847"/>
                    </a:cubicBezTo>
                    <a:lnTo>
                      <a:pt x="33408" y="16705"/>
                    </a:lnTo>
                    <a:cubicBezTo>
                      <a:pt x="33408" y="7478"/>
                      <a:pt x="25930" y="1"/>
                      <a:pt x="16705" y="1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7"/>
              <p:cNvSpPr/>
              <p:nvPr/>
            </p:nvSpPr>
            <p:spPr>
              <a:xfrm>
                <a:off x="5715590" y="2565821"/>
                <a:ext cx="1069859" cy="405534"/>
              </a:xfrm>
              <a:custGeom>
                <a:avLst/>
                <a:gdLst/>
                <a:ahLst/>
                <a:cxnLst/>
                <a:rect l="l" t="t" r="r" b="b"/>
                <a:pathLst>
                  <a:path w="22820" h="8650" extrusionOk="0">
                    <a:moveTo>
                      <a:pt x="918" y="0"/>
                    </a:moveTo>
                    <a:cubicBezTo>
                      <a:pt x="409" y="0"/>
                      <a:pt x="1" y="410"/>
                      <a:pt x="1" y="918"/>
                    </a:cubicBezTo>
                    <a:lnTo>
                      <a:pt x="1" y="7730"/>
                    </a:lnTo>
                    <a:cubicBezTo>
                      <a:pt x="1" y="8239"/>
                      <a:pt x="409" y="8649"/>
                      <a:pt x="918" y="8649"/>
                    </a:cubicBezTo>
                    <a:lnTo>
                      <a:pt x="21902" y="8649"/>
                    </a:lnTo>
                    <a:cubicBezTo>
                      <a:pt x="22411" y="8649"/>
                      <a:pt x="22819" y="8239"/>
                      <a:pt x="22819" y="7730"/>
                    </a:cubicBezTo>
                    <a:lnTo>
                      <a:pt x="22819" y="918"/>
                    </a:lnTo>
                    <a:cubicBezTo>
                      <a:pt x="22819" y="410"/>
                      <a:pt x="22411" y="0"/>
                      <a:pt x="21902" y="0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7"/>
              <p:cNvSpPr/>
              <p:nvPr/>
            </p:nvSpPr>
            <p:spPr>
              <a:xfrm>
                <a:off x="5753518" y="2603796"/>
                <a:ext cx="994003" cy="329537"/>
              </a:xfrm>
              <a:custGeom>
                <a:avLst/>
                <a:gdLst/>
                <a:ahLst/>
                <a:cxnLst/>
                <a:rect l="l" t="t" r="r" b="b"/>
                <a:pathLst>
                  <a:path w="21202" h="7029" extrusionOk="0">
                    <a:moveTo>
                      <a:pt x="109" y="1"/>
                    </a:moveTo>
                    <a:cubicBezTo>
                      <a:pt x="49" y="1"/>
                      <a:pt x="1" y="48"/>
                      <a:pt x="1" y="108"/>
                    </a:cubicBezTo>
                    <a:lnTo>
                      <a:pt x="1" y="6920"/>
                    </a:lnTo>
                    <a:cubicBezTo>
                      <a:pt x="1" y="6980"/>
                      <a:pt x="49" y="7029"/>
                      <a:pt x="109" y="7029"/>
                    </a:cubicBezTo>
                    <a:lnTo>
                      <a:pt x="21093" y="7029"/>
                    </a:lnTo>
                    <a:cubicBezTo>
                      <a:pt x="21153" y="7029"/>
                      <a:pt x="21201" y="6980"/>
                      <a:pt x="21201" y="6920"/>
                    </a:cubicBezTo>
                    <a:lnTo>
                      <a:pt x="21201" y="108"/>
                    </a:lnTo>
                    <a:cubicBezTo>
                      <a:pt x="21201" y="48"/>
                      <a:pt x="21153" y="1"/>
                      <a:pt x="21093" y="1"/>
                    </a:cubicBezTo>
                    <a:close/>
                  </a:path>
                </a:pathLst>
              </a:custGeom>
              <a:solidFill>
                <a:srgbClr val="5A637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7"/>
              <p:cNvSpPr/>
              <p:nvPr/>
            </p:nvSpPr>
            <p:spPr>
              <a:xfrm>
                <a:off x="6462100" y="2646459"/>
                <a:ext cx="115378" cy="244258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5210" extrusionOk="0">
                    <a:moveTo>
                      <a:pt x="1230" y="0"/>
                    </a:moveTo>
                    <a:cubicBezTo>
                      <a:pt x="551" y="0"/>
                      <a:pt x="1" y="551"/>
                      <a:pt x="1" y="1230"/>
                    </a:cubicBezTo>
                    <a:lnTo>
                      <a:pt x="1" y="3980"/>
                    </a:lnTo>
                    <a:cubicBezTo>
                      <a:pt x="1" y="4659"/>
                      <a:pt x="551" y="5209"/>
                      <a:pt x="1230" y="5209"/>
                    </a:cubicBezTo>
                    <a:cubicBezTo>
                      <a:pt x="1911" y="5209"/>
                      <a:pt x="2461" y="4659"/>
                      <a:pt x="2461" y="3980"/>
                    </a:cubicBezTo>
                    <a:lnTo>
                      <a:pt x="2461" y="1230"/>
                    </a:lnTo>
                    <a:cubicBezTo>
                      <a:pt x="2461" y="551"/>
                      <a:pt x="1911" y="0"/>
                      <a:pt x="1230" y="0"/>
                    </a:cubicBezTo>
                    <a:close/>
                  </a:path>
                </a:pathLst>
              </a:custGeom>
              <a:solidFill>
                <a:srgbClr val="F6CF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7"/>
              <p:cNvSpPr/>
              <p:nvPr/>
            </p:nvSpPr>
            <p:spPr>
              <a:xfrm>
                <a:off x="5923561" y="2646459"/>
                <a:ext cx="115331" cy="244258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5210" extrusionOk="0">
                    <a:moveTo>
                      <a:pt x="1231" y="0"/>
                    </a:moveTo>
                    <a:cubicBezTo>
                      <a:pt x="552" y="0"/>
                      <a:pt x="0" y="551"/>
                      <a:pt x="0" y="1230"/>
                    </a:cubicBezTo>
                    <a:lnTo>
                      <a:pt x="0" y="3980"/>
                    </a:lnTo>
                    <a:cubicBezTo>
                      <a:pt x="0" y="4659"/>
                      <a:pt x="552" y="5209"/>
                      <a:pt x="1231" y="5209"/>
                    </a:cubicBezTo>
                    <a:cubicBezTo>
                      <a:pt x="1910" y="5209"/>
                      <a:pt x="2460" y="4659"/>
                      <a:pt x="2460" y="3980"/>
                    </a:cubicBezTo>
                    <a:lnTo>
                      <a:pt x="2460" y="1230"/>
                    </a:lnTo>
                    <a:cubicBezTo>
                      <a:pt x="2460" y="551"/>
                      <a:pt x="1910" y="0"/>
                      <a:pt x="1231" y="0"/>
                    </a:cubicBezTo>
                    <a:close/>
                  </a:path>
                </a:pathLst>
              </a:custGeom>
              <a:solidFill>
                <a:srgbClr val="F6CF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7"/>
              <p:cNvSpPr/>
              <p:nvPr/>
            </p:nvSpPr>
            <p:spPr>
              <a:xfrm>
                <a:off x="6005090" y="2200747"/>
                <a:ext cx="490860" cy="264886"/>
              </a:xfrm>
              <a:custGeom>
                <a:avLst/>
                <a:gdLst/>
                <a:ahLst/>
                <a:cxnLst/>
                <a:rect l="l" t="t" r="r" b="b"/>
                <a:pathLst>
                  <a:path w="10470" h="5650" extrusionOk="0">
                    <a:moveTo>
                      <a:pt x="5236" y="1"/>
                    </a:moveTo>
                    <a:cubicBezTo>
                      <a:pt x="2698" y="1"/>
                      <a:pt x="582" y="975"/>
                      <a:pt x="103" y="2268"/>
                    </a:cubicBezTo>
                    <a:cubicBezTo>
                      <a:pt x="36" y="2449"/>
                      <a:pt x="1" y="2635"/>
                      <a:pt x="1" y="2825"/>
                    </a:cubicBezTo>
                    <a:cubicBezTo>
                      <a:pt x="1" y="3016"/>
                      <a:pt x="36" y="3202"/>
                      <a:pt x="103" y="3383"/>
                    </a:cubicBezTo>
                    <a:cubicBezTo>
                      <a:pt x="582" y="4675"/>
                      <a:pt x="2698" y="5650"/>
                      <a:pt x="5236" y="5650"/>
                    </a:cubicBezTo>
                    <a:cubicBezTo>
                      <a:pt x="8125" y="5650"/>
                      <a:pt x="10469" y="4384"/>
                      <a:pt x="10469" y="2825"/>
                    </a:cubicBezTo>
                    <a:cubicBezTo>
                      <a:pt x="10469" y="1265"/>
                      <a:pt x="8125" y="1"/>
                      <a:pt x="5236" y="1"/>
                    </a:cubicBezTo>
                    <a:close/>
                  </a:path>
                </a:pathLst>
              </a:custGeom>
              <a:solidFill>
                <a:srgbClr val="DEE5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7"/>
              <p:cNvSpPr/>
              <p:nvPr/>
            </p:nvSpPr>
            <p:spPr>
              <a:xfrm>
                <a:off x="6005090" y="2307076"/>
                <a:ext cx="43273" cy="52274"/>
              </a:xfrm>
              <a:custGeom>
                <a:avLst/>
                <a:gdLst/>
                <a:ahLst/>
                <a:cxnLst/>
                <a:rect l="l" t="t" r="r" b="b"/>
                <a:pathLst>
                  <a:path w="923" h="1115" extrusionOk="0">
                    <a:moveTo>
                      <a:pt x="103" y="0"/>
                    </a:moveTo>
                    <a:cubicBezTo>
                      <a:pt x="36" y="181"/>
                      <a:pt x="1" y="367"/>
                      <a:pt x="1" y="557"/>
                    </a:cubicBezTo>
                    <a:cubicBezTo>
                      <a:pt x="1" y="748"/>
                      <a:pt x="36" y="934"/>
                      <a:pt x="103" y="1115"/>
                    </a:cubicBezTo>
                    <a:cubicBezTo>
                      <a:pt x="564" y="1084"/>
                      <a:pt x="923" y="846"/>
                      <a:pt x="923" y="557"/>
                    </a:cubicBezTo>
                    <a:cubicBezTo>
                      <a:pt x="923" y="268"/>
                      <a:pt x="564" y="31"/>
                      <a:pt x="103" y="0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7"/>
              <p:cNvSpPr/>
              <p:nvPr/>
            </p:nvSpPr>
            <p:spPr>
              <a:xfrm>
                <a:off x="5740532" y="3606050"/>
                <a:ext cx="1020023" cy="549182"/>
              </a:xfrm>
              <a:custGeom>
                <a:avLst/>
                <a:gdLst/>
                <a:ahLst/>
                <a:cxnLst/>
                <a:rect l="l" t="t" r="r" b="b"/>
                <a:pathLst>
                  <a:path w="21757" h="11714" extrusionOk="0">
                    <a:moveTo>
                      <a:pt x="10879" y="1"/>
                    </a:moveTo>
                    <a:cubicBezTo>
                      <a:pt x="7875" y="1"/>
                      <a:pt x="5155" y="1219"/>
                      <a:pt x="3185" y="3188"/>
                    </a:cubicBezTo>
                    <a:cubicBezTo>
                      <a:pt x="1218" y="5156"/>
                      <a:pt x="1" y="7876"/>
                      <a:pt x="1" y="10879"/>
                    </a:cubicBezTo>
                    <a:lnTo>
                      <a:pt x="1" y="11713"/>
                    </a:lnTo>
                    <a:cubicBezTo>
                      <a:pt x="1" y="8709"/>
                      <a:pt x="1218" y="5989"/>
                      <a:pt x="3185" y="4022"/>
                    </a:cubicBezTo>
                    <a:cubicBezTo>
                      <a:pt x="5155" y="2053"/>
                      <a:pt x="7875" y="836"/>
                      <a:pt x="10879" y="836"/>
                    </a:cubicBezTo>
                    <a:cubicBezTo>
                      <a:pt x="16886" y="836"/>
                      <a:pt x="21757" y="5705"/>
                      <a:pt x="21757" y="11713"/>
                    </a:cubicBezTo>
                    <a:lnTo>
                      <a:pt x="21757" y="10879"/>
                    </a:lnTo>
                    <a:cubicBezTo>
                      <a:pt x="21757" y="4872"/>
                      <a:pt x="16886" y="1"/>
                      <a:pt x="10879" y="1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7"/>
              <p:cNvSpPr/>
              <p:nvPr/>
            </p:nvSpPr>
            <p:spPr>
              <a:xfrm>
                <a:off x="7033598" y="3290952"/>
                <a:ext cx="83263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5392" extrusionOk="0">
                    <a:moveTo>
                      <a:pt x="1" y="1"/>
                    </a:moveTo>
                    <a:lnTo>
                      <a:pt x="1" y="5392"/>
                    </a:lnTo>
                    <a:cubicBezTo>
                      <a:pt x="848" y="5392"/>
                      <a:pt x="1556" y="4800"/>
                      <a:pt x="1733" y="4007"/>
                    </a:cubicBezTo>
                    <a:cubicBezTo>
                      <a:pt x="1762" y="3881"/>
                      <a:pt x="1776" y="3751"/>
                      <a:pt x="1776" y="3617"/>
                    </a:cubicBezTo>
                    <a:lnTo>
                      <a:pt x="1776" y="1776"/>
                    </a:lnTo>
                    <a:cubicBezTo>
                      <a:pt x="1776" y="796"/>
                      <a:pt x="981" y="1"/>
                      <a:pt x="1" y="1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7"/>
              <p:cNvSpPr/>
              <p:nvPr/>
            </p:nvSpPr>
            <p:spPr>
              <a:xfrm>
                <a:off x="7033598" y="3259635"/>
                <a:ext cx="41679" cy="315519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730" extrusionOk="0">
                    <a:moveTo>
                      <a:pt x="1" y="1"/>
                    </a:moveTo>
                    <a:lnTo>
                      <a:pt x="1" y="6729"/>
                    </a:lnTo>
                    <a:cubicBezTo>
                      <a:pt x="531" y="6422"/>
                      <a:pt x="889" y="5849"/>
                      <a:pt x="889" y="5191"/>
                    </a:cubicBezTo>
                    <a:lnTo>
                      <a:pt x="889" y="1537"/>
                    </a:lnTo>
                    <a:cubicBezTo>
                      <a:pt x="889" y="880"/>
                      <a:pt x="531" y="307"/>
                      <a:pt x="1" y="1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7"/>
              <p:cNvSpPr/>
              <p:nvPr/>
            </p:nvSpPr>
            <p:spPr>
              <a:xfrm>
                <a:off x="5425810" y="3259635"/>
                <a:ext cx="41632" cy="315519"/>
              </a:xfrm>
              <a:custGeom>
                <a:avLst/>
                <a:gdLst/>
                <a:ahLst/>
                <a:cxnLst/>
                <a:rect l="l" t="t" r="r" b="b"/>
                <a:pathLst>
                  <a:path w="888" h="6730" extrusionOk="0">
                    <a:moveTo>
                      <a:pt x="887" y="1"/>
                    </a:moveTo>
                    <a:cubicBezTo>
                      <a:pt x="357" y="307"/>
                      <a:pt x="1" y="880"/>
                      <a:pt x="1" y="1537"/>
                    </a:cubicBezTo>
                    <a:lnTo>
                      <a:pt x="1" y="5191"/>
                    </a:lnTo>
                    <a:cubicBezTo>
                      <a:pt x="1" y="5849"/>
                      <a:pt x="357" y="6422"/>
                      <a:pt x="887" y="6729"/>
                    </a:cubicBezTo>
                    <a:lnTo>
                      <a:pt x="887" y="1"/>
                    </a:ln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7"/>
              <p:cNvSpPr/>
              <p:nvPr/>
            </p:nvSpPr>
            <p:spPr>
              <a:xfrm>
                <a:off x="5666270" y="2236799"/>
                <a:ext cx="30614" cy="53174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1342" extrusionOk="0">
                    <a:moveTo>
                      <a:pt x="327" y="1"/>
                    </a:moveTo>
                    <a:cubicBezTo>
                      <a:pt x="146" y="1"/>
                      <a:pt x="1" y="146"/>
                      <a:pt x="1" y="327"/>
                    </a:cubicBezTo>
                    <a:lnTo>
                      <a:pt x="1" y="11342"/>
                    </a:lnTo>
                    <a:lnTo>
                      <a:pt x="652" y="11342"/>
                    </a:lnTo>
                    <a:lnTo>
                      <a:pt x="652" y="327"/>
                    </a:lnTo>
                    <a:cubicBezTo>
                      <a:pt x="652" y="146"/>
                      <a:pt x="505" y="1"/>
                      <a:pt x="327" y="1"/>
                    </a:cubicBezTo>
                    <a:close/>
                  </a:path>
                </a:pathLst>
              </a:custGeom>
              <a:solidFill>
                <a:srgbClr val="F2F5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7"/>
              <p:cNvSpPr/>
              <p:nvPr/>
            </p:nvSpPr>
            <p:spPr>
              <a:xfrm>
                <a:off x="5647517" y="2682136"/>
                <a:ext cx="68120" cy="172856"/>
              </a:xfrm>
              <a:custGeom>
                <a:avLst/>
                <a:gdLst/>
                <a:ahLst/>
                <a:cxnLst/>
                <a:rect l="l" t="t" r="r" b="b"/>
                <a:pathLst>
                  <a:path w="1453" h="3687" extrusionOk="0">
                    <a:moveTo>
                      <a:pt x="621" y="1"/>
                    </a:moveTo>
                    <a:cubicBezTo>
                      <a:pt x="279" y="1"/>
                      <a:pt x="0" y="279"/>
                      <a:pt x="0" y="621"/>
                    </a:cubicBezTo>
                    <a:lnTo>
                      <a:pt x="0" y="3066"/>
                    </a:lnTo>
                    <a:cubicBezTo>
                      <a:pt x="0" y="3409"/>
                      <a:pt x="279" y="3687"/>
                      <a:pt x="621" y="3687"/>
                    </a:cubicBezTo>
                    <a:lnTo>
                      <a:pt x="1453" y="3687"/>
                    </a:lnTo>
                    <a:lnTo>
                      <a:pt x="1453" y="1"/>
                    </a:lnTo>
                    <a:close/>
                  </a:path>
                </a:pathLst>
              </a:custGeom>
              <a:solidFill>
                <a:srgbClr val="DEE5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7"/>
              <p:cNvSpPr/>
              <p:nvPr/>
            </p:nvSpPr>
            <p:spPr>
              <a:xfrm>
                <a:off x="5916294" y="1927938"/>
                <a:ext cx="211159" cy="147867"/>
              </a:xfrm>
              <a:custGeom>
                <a:avLst/>
                <a:gdLst/>
                <a:ahLst/>
                <a:cxnLst/>
                <a:rect l="l" t="t" r="r" b="b"/>
                <a:pathLst>
                  <a:path w="4504" h="3154" extrusionOk="0">
                    <a:moveTo>
                      <a:pt x="1" y="1"/>
                    </a:moveTo>
                    <a:lnTo>
                      <a:pt x="3404" y="3153"/>
                    </a:lnTo>
                    <a:lnTo>
                      <a:pt x="4503" y="3153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F27C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7"/>
              <p:cNvSpPr/>
              <p:nvPr/>
            </p:nvSpPr>
            <p:spPr>
              <a:xfrm>
                <a:off x="5416996" y="1826109"/>
                <a:ext cx="1397099" cy="2781023"/>
              </a:xfrm>
              <a:custGeom>
                <a:avLst/>
                <a:gdLst/>
                <a:ahLst/>
                <a:cxnLst/>
                <a:rect l="l" t="t" r="r" b="b"/>
                <a:pathLst>
                  <a:path w="29800" h="59319" extrusionOk="0">
                    <a:moveTo>
                      <a:pt x="43" y="0"/>
                    </a:moveTo>
                    <a:cubicBezTo>
                      <a:pt x="20" y="0"/>
                      <a:pt x="0" y="20"/>
                      <a:pt x="0" y="43"/>
                    </a:cubicBezTo>
                    <a:lnTo>
                      <a:pt x="0" y="59276"/>
                    </a:lnTo>
                    <a:cubicBezTo>
                      <a:pt x="0" y="59301"/>
                      <a:pt x="20" y="59319"/>
                      <a:pt x="43" y="59319"/>
                    </a:cubicBezTo>
                    <a:lnTo>
                      <a:pt x="29757" y="59319"/>
                    </a:lnTo>
                    <a:cubicBezTo>
                      <a:pt x="29781" y="59319"/>
                      <a:pt x="29800" y="59301"/>
                      <a:pt x="29800" y="59276"/>
                    </a:cubicBezTo>
                    <a:lnTo>
                      <a:pt x="29800" y="43"/>
                    </a:lnTo>
                    <a:cubicBezTo>
                      <a:pt x="29800" y="20"/>
                      <a:pt x="29781" y="0"/>
                      <a:pt x="297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7"/>
              <p:cNvSpPr/>
              <p:nvPr/>
            </p:nvSpPr>
            <p:spPr>
              <a:xfrm>
                <a:off x="5551970" y="1826109"/>
                <a:ext cx="1397099" cy="2781023"/>
              </a:xfrm>
              <a:custGeom>
                <a:avLst/>
                <a:gdLst/>
                <a:ahLst/>
                <a:cxnLst/>
                <a:rect l="l" t="t" r="r" b="b"/>
                <a:pathLst>
                  <a:path w="29800" h="59319" extrusionOk="0">
                    <a:moveTo>
                      <a:pt x="886" y="0"/>
                    </a:moveTo>
                    <a:cubicBezTo>
                      <a:pt x="395" y="0"/>
                      <a:pt x="0" y="395"/>
                      <a:pt x="0" y="886"/>
                    </a:cubicBezTo>
                    <a:lnTo>
                      <a:pt x="0" y="58434"/>
                    </a:lnTo>
                    <a:cubicBezTo>
                      <a:pt x="0" y="58924"/>
                      <a:pt x="395" y="59319"/>
                      <a:pt x="886" y="59319"/>
                    </a:cubicBezTo>
                    <a:lnTo>
                      <a:pt x="28914" y="59319"/>
                    </a:lnTo>
                    <a:cubicBezTo>
                      <a:pt x="29405" y="59319"/>
                      <a:pt x="29800" y="58924"/>
                      <a:pt x="29800" y="58434"/>
                    </a:cubicBezTo>
                    <a:lnTo>
                      <a:pt x="29800" y="886"/>
                    </a:lnTo>
                    <a:cubicBezTo>
                      <a:pt x="29800" y="395"/>
                      <a:pt x="29405" y="0"/>
                      <a:pt x="289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7"/>
              <p:cNvSpPr/>
              <p:nvPr/>
            </p:nvSpPr>
            <p:spPr>
              <a:xfrm>
                <a:off x="5622997" y="1897229"/>
                <a:ext cx="1255045" cy="2485570"/>
              </a:xfrm>
              <a:custGeom>
                <a:avLst/>
                <a:gdLst/>
                <a:ahLst/>
                <a:cxnLst/>
                <a:rect l="l" t="t" r="r" b="b"/>
                <a:pathLst>
                  <a:path w="26770" h="53017" extrusionOk="0">
                    <a:moveTo>
                      <a:pt x="245" y="0"/>
                    </a:moveTo>
                    <a:cubicBezTo>
                      <a:pt x="111" y="0"/>
                      <a:pt x="0" y="109"/>
                      <a:pt x="0" y="243"/>
                    </a:cubicBezTo>
                    <a:lnTo>
                      <a:pt x="0" y="52772"/>
                    </a:lnTo>
                    <a:cubicBezTo>
                      <a:pt x="0" y="52908"/>
                      <a:pt x="111" y="53017"/>
                      <a:pt x="245" y="53017"/>
                    </a:cubicBezTo>
                    <a:lnTo>
                      <a:pt x="26525" y="53017"/>
                    </a:lnTo>
                    <a:cubicBezTo>
                      <a:pt x="26659" y="53017"/>
                      <a:pt x="26770" y="52908"/>
                      <a:pt x="26770" y="52772"/>
                    </a:cubicBezTo>
                    <a:lnTo>
                      <a:pt x="26770" y="243"/>
                    </a:lnTo>
                    <a:cubicBezTo>
                      <a:pt x="26770" y="109"/>
                      <a:pt x="26659" y="0"/>
                      <a:pt x="26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7"/>
              <p:cNvSpPr/>
              <p:nvPr/>
            </p:nvSpPr>
            <p:spPr>
              <a:xfrm>
                <a:off x="6180008" y="4419086"/>
                <a:ext cx="141116" cy="141116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3010" extrusionOk="0">
                    <a:moveTo>
                      <a:pt x="1505" y="1"/>
                    </a:moveTo>
                    <a:cubicBezTo>
                      <a:pt x="673" y="1"/>
                      <a:pt x="0" y="673"/>
                      <a:pt x="0" y="1505"/>
                    </a:cubicBezTo>
                    <a:cubicBezTo>
                      <a:pt x="0" y="2335"/>
                      <a:pt x="673" y="3009"/>
                      <a:pt x="1505" y="3009"/>
                    </a:cubicBezTo>
                    <a:cubicBezTo>
                      <a:pt x="2335" y="3009"/>
                      <a:pt x="3009" y="2335"/>
                      <a:pt x="3009" y="1505"/>
                    </a:cubicBezTo>
                    <a:cubicBezTo>
                      <a:pt x="3009" y="673"/>
                      <a:pt x="2335" y="1"/>
                      <a:pt x="15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7"/>
              <p:cNvSpPr/>
              <p:nvPr/>
            </p:nvSpPr>
            <p:spPr>
              <a:xfrm>
                <a:off x="5448032" y="1897229"/>
                <a:ext cx="72949" cy="399626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8524" extrusionOk="0">
                    <a:moveTo>
                      <a:pt x="505" y="0"/>
                    </a:moveTo>
                    <a:cubicBezTo>
                      <a:pt x="227" y="0"/>
                      <a:pt x="0" y="225"/>
                      <a:pt x="0" y="503"/>
                    </a:cubicBezTo>
                    <a:lnTo>
                      <a:pt x="0" y="8021"/>
                    </a:lnTo>
                    <a:cubicBezTo>
                      <a:pt x="0" y="8299"/>
                      <a:pt x="227" y="8524"/>
                      <a:pt x="505" y="8524"/>
                    </a:cubicBezTo>
                    <a:lnTo>
                      <a:pt x="1052" y="8524"/>
                    </a:lnTo>
                    <a:cubicBezTo>
                      <a:pt x="1329" y="8524"/>
                      <a:pt x="1555" y="8299"/>
                      <a:pt x="1555" y="8021"/>
                    </a:cubicBezTo>
                    <a:lnTo>
                      <a:pt x="1555" y="503"/>
                    </a:lnTo>
                    <a:cubicBezTo>
                      <a:pt x="1555" y="225"/>
                      <a:pt x="1329" y="0"/>
                      <a:pt x="1052" y="0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7"/>
              <p:cNvSpPr/>
              <p:nvPr/>
            </p:nvSpPr>
            <p:spPr>
              <a:xfrm>
                <a:off x="5448032" y="2335065"/>
                <a:ext cx="72949" cy="39972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8526" extrusionOk="0">
                    <a:moveTo>
                      <a:pt x="505" y="1"/>
                    </a:moveTo>
                    <a:cubicBezTo>
                      <a:pt x="227" y="1"/>
                      <a:pt x="0" y="227"/>
                      <a:pt x="0" y="504"/>
                    </a:cubicBezTo>
                    <a:lnTo>
                      <a:pt x="0" y="8021"/>
                    </a:lnTo>
                    <a:cubicBezTo>
                      <a:pt x="0" y="8300"/>
                      <a:pt x="227" y="8526"/>
                      <a:pt x="505" y="8526"/>
                    </a:cubicBezTo>
                    <a:lnTo>
                      <a:pt x="1052" y="8526"/>
                    </a:lnTo>
                    <a:cubicBezTo>
                      <a:pt x="1329" y="8526"/>
                      <a:pt x="1555" y="8300"/>
                      <a:pt x="1555" y="8021"/>
                    </a:cubicBezTo>
                    <a:lnTo>
                      <a:pt x="1555" y="504"/>
                    </a:lnTo>
                    <a:cubicBezTo>
                      <a:pt x="1555" y="226"/>
                      <a:pt x="1329" y="1"/>
                      <a:pt x="1052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>
                <a:off x="7033598" y="3290952"/>
                <a:ext cx="83263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5392" extrusionOk="0">
                    <a:moveTo>
                      <a:pt x="1" y="1"/>
                    </a:moveTo>
                    <a:lnTo>
                      <a:pt x="1" y="5392"/>
                    </a:lnTo>
                    <a:cubicBezTo>
                      <a:pt x="848" y="5392"/>
                      <a:pt x="1556" y="4800"/>
                      <a:pt x="1733" y="4007"/>
                    </a:cubicBezTo>
                    <a:cubicBezTo>
                      <a:pt x="1762" y="3881"/>
                      <a:pt x="1776" y="3751"/>
                      <a:pt x="1776" y="3617"/>
                    </a:cubicBezTo>
                    <a:lnTo>
                      <a:pt x="1776" y="1776"/>
                    </a:lnTo>
                    <a:cubicBezTo>
                      <a:pt x="1776" y="796"/>
                      <a:pt x="981" y="1"/>
                      <a:pt x="1" y="1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7"/>
              <p:cNvSpPr/>
              <p:nvPr/>
            </p:nvSpPr>
            <p:spPr>
              <a:xfrm>
                <a:off x="7033598" y="3259635"/>
                <a:ext cx="41679" cy="315519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730" extrusionOk="0">
                    <a:moveTo>
                      <a:pt x="1" y="1"/>
                    </a:moveTo>
                    <a:lnTo>
                      <a:pt x="1" y="6729"/>
                    </a:lnTo>
                    <a:cubicBezTo>
                      <a:pt x="531" y="6422"/>
                      <a:pt x="889" y="5849"/>
                      <a:pt x="889" y="5191"/>
                    </a:cubicBezTo>
                    <a:lnTo>
                      <a:pt x="889" y="1537"/>
                    </a:lnTo>
                    <a:cubicBezTo>
                      <a:pt x="889" y="880"/>
                      <a:pt x="531" y="307"/>
                      <a:pt x="1" y="1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7"/>
              <p:cNvSpPr/>
              <p:nvPr/>
            </p:nvSpPr>
            <p:spPr>
              <a:xfrm>
                <a:off x="6856945" y="1560238"/>
                <a:ext cx="108955" cy="72527"/>
              </a:xfrm>
              <a:custGeom>
                <a:avLst/>
                <a:gdLst/>
                <a:ahLst/>
                <a:cxnLst/>
                <a:rect l="l" t="t" r="r" b="b"/>
                <a:pathLst>
                  <a:path w="2324" h="1547" extrusionOk="0">
                    <a:moveTo>
                      <a:pt x="2085" y="1"/>
                    </a:moveTo>
                    <a:cubicBezTo>
                      <a:pt x="1725" y="856"/>
                      <a:pt x="697" y="1291"/>
                      <a:pt x="697" y="1291"/>
                    </a:cubicBezTo>
                    <a:cubicBezTo>
                      <a:pt x="697" y="1291"/>
                      <a:pt x="399" y="921"/>
                      <a:pt x="142" y="432"/>
                    </a:cubicBezTo>
                    <a:cubicBezTo>
                      <a:pt x="93" y="337"/>
                      <a:pt x="44" y="239"/>
                      <a:pt x="0" y="137"/>
                    </a:cubicBezTo>
                    <a:lnTo>
                      <a:pt x="0" y="140"/>
                    </a:lnTo>
                    <a:lnTo>
                      <a:pt x="69" y="1366"/>
                    </a:lnTo>
                    <a:cubicBezTo>
                      <a:pt x="73" y="1368"/>
                      <a:pt x="124" y="1381"/>
                      <a:pt x="783" y="1547"/>
                    </a:cubicBezTo>
                    <a:cubicBezTo>
                      <a:pt x="1789" y="1279"/>
                      <a:pt x="2226" y="297"/>
                      <a:pt x="2324" y="44"/>
                    </a:cubicBezTo>
                    <a:cubicBezTo>
                      <a:pt x="2180" y="15"/>
                      <a:pt x="2085" y="1"/>
                      <a:pt x="2085" y="1"/>
                    </a:cubicBezTo>
                    <a:close/>
                  </a:path>
                </a:pathLst>
              </a:custGeom>
              <a:solidFill>
                <a:srgbClr val="FCE9E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7"/>
              <p:cNvSpPr/>
              <p:nvPr/>
            </p:nvSpPr>
            <p:spPr>
              <a:xfrm>
                <a:off x="6527126" y="1555222"/>
                <a:ext cx="642853" cy="900332"/>
              </a:xfrm>
              <a:custGeom>
                <a:avLst/>
                <a:gdLst/>
                <a:ahLst/>
                <a:cxnLst/>
                <a:rect l="l" t="t" r="r" b="b"/>
                <a:pathLst>
                  <a:path w="13712" h="19204" extrusionOk="0">
                    <a:moveTo>
                      <a:pt x="3020" y="1"/>
                    </a:moveTo>
                    <a:cubicBezTo>
                      <a:pt x="2987" y="15"/>
                      <a:pt x="2951" y="30"/>
                      <a:pt x="2916" y="45"/>
                    </a:cubicBezTo>
                    <a:cubicBezTo>
                      <a:pt x="2461" y="242"/>
                      <a:pt x="1896" y="522"/>
                      <a:pt x="1896" y="522"/>
                    </a:cubicBezTo>
                    <a:cubicBezTo>
                      <a:pt x="1896" y="522"/>
                      <a:pt x="1074" y="541"/>
                      <a:pt x="1025" y="541"/>
                    </a:cubicBezTo>
                    <a:cubicBezTo>
                      <a:pt x="978" y="541"/>
                      <a:pt x="814" y="666"/>
                      <a:pt x="660" y="800"/>
                    </a:cubicBezTo>
                    <a:cubicBezTo>
                      <a:pt x="365" y="840"/>
                      <a:pt x="1" y="926"/>
                      <a:pt x="1" y="926"/>
                    </a:cubicBezTo>
                    <a:cubicBezTo>
                      <a:pt x="1" y="926"/>
                      <a:pt x="985" y="1299"/>
                      <a:pt x="1745" y="2283"/>
                    </a:cubicBezTo>
                    <a:lnTo>
                      <a:pt x="1747" y="2285"/>
                    </a:lnTo>
                    <a:cubicBezTo>
                      <a:pt x="1948" y="2546"/>
                      <a:pt x="2135" y="2852"/>
                      <a:pt x="2283" y="3207"/>
                    </a:cubicBezTo>
                    <a:cubicBezTo>
                      <a:pt x="2536" y="3811"/>
                      <a:pt x="2673" y="4555"/>
                      <a:pt x="2584" y="5462"/>
                    </a:cubicBezTo>
                    <a:cubicBezTo>
                      <a:pt x="2247" y="8893"/>
                      <a:pt x="1745" y="10208"/>
                      <a:pt x="1745" y="10208"/>
                    </a:cubicBezTo>
                    <a:cubicBezTo>
                      <a:pt x="1745" y="10208"/>
                      <a:pt x="1578" y="10399"/>
                      <a:pt x="941" y="10549"/>
                    </a:cubicBezTo>
                    <a:lnTo>
                      <a:pt x="942" y="10549"/>
                    </a:lnTo>
                    <a:cubicBezTo>
                      <a:pt x="959" y="10590"/>
                      <a:pt x="975" y="10630"/>
                      <a:pt x="991" y="10671"/>
                    </a:cubicBezTo>
                    <a:cubicBezTo>
                      <a:pt x="1097" y="10938"/>
                      <a:pt x="1207" y="11211"/>
                      <a:pt x="1320" y="11484"/>
                    </a:cubicBezTo>
                    <a:cubicBezTo>
                      <a:pt x="1329" y="11506"/>
                      <a:pt x="1338" y="11529"/>
                      <a:pt x="1348" y="11551"/>
                    </a:cubicBezTo>
                    <a:cubicBezTo>
                      <a:pt x="1423" y="11733"/>
                      <a:pt x="1499" y="11914"/>
                      <a:pt x="1575" y="12096"/>
                    </a:cubicBezTo>
                    <a:cubicBezTo>
                      <a:pt x="1612" y="12180"/>
                      <a:pt x="1647" y="12264"/>
                      <a:pt x="1684" y="12348"/>
                    </a:cubicBezTo>
                    <a:cubicBezTo>
                      <a:pt x="1744" y="12489"/>
                      <a:pt x="1803" y="12628"/>
                      <a:pt x="1863" y="12765"/>
                    </a:cubicBezTo>
                    <a:cubicBezTo>
                      <a:pt x="1874" y="12790"/>
                      <a:pt x="1884" y="12814"/>
                      <a:pt x="1895" y="12837"/>
                    </a:cubicBezTo>
                    <a:cubicBezTo>
                      <a:pt x="2069" y="13241"/>
                      <a:pt x="2244" y="13634"/>
                      <a:pt x="2409" y="14002"/>
                    </a:cubicBezTo>
                    <a:cubicBezTo>
                      <a:pt x="2421" y="14027"/>
                      <a:pt x="2432" y="14051"/>
                      <a:pt x="2442" y="14077"/>
                    </a:cubicBezTo>
                    <a:cubicBezTo>
                      <a:pt x="2458" y="14109"/>
                      <a:pt x="2473" y="14141"/>
                      <a:pt x="2487" y="14173"/>
                    </a:cubicBezTo>
                    <a:cubicBezTo>
                      <a:pt x="2500" y="14203"/>
                      <a:pt x="2513" y="14233"/>
                      <a:pt x="2526" y="14262"/>
                    </a:cubicBezTo>
                    <a:cubicBezTo>
                      <a:pt x="2533" y="14274"/>
                      <a:pt x="2537" y="14287"/>
                      <a:pt x="2543" y="14299"/>
                    </a:cubicBezTo>
                    <a:cubicBezTo>
                      <a:pt x="2551" y="14316"/>
                      <a:pt x="2558" y="14332"/>
                      <a:pt x="2566" y="14351"/>
                    </a:cubicBezTo>
                    <a:cubicBezTo>
                      <a:pt x="2591" y="14406"/>
                      <a:pt x="2615" y="14459"/>
                      <a:pt x="2640" y="14513"/>
                    </a:cubicBezTo>
                    <a:cubicBezTo>
                      <a:pt x="2649" y="14531"/>
                      <a:pt x="2656" y="14550"/>
                      <a:pt x="2666" y="14568"/>
                    </a:cubicBezTo>
                    <a:cubicBezTo>
                      <a:pt x="2773" y="14805"/>
                      <a:pt x="2875" y="15027"/>
                      <a:pt x="2968" y="15230"/>
                    </a:cubicBezTo>
                    <a:cubicBezTo>
                      <a:pt x="2977" y="15250"/>
                      <a:pt x="2987" y="15268"/>
                      <a:pt x="2996" y="15288"/>
                    </a:cubicBezTo>
                    <a:cubicBezTo>
                      <a:pt x="3014" y="15328"/>
                      <a:pt x="3031" y="15366"/>
                      <a:pt x="3049" y="15403"/>
                    </a:cubicBezTo>
                    <a:cubicBezTo>
                      <a:pt x="3061" y="15430"/>
                      <a:pt x="3074" y="15456"/>
                      <a:pt x="3086" y="15482"/>
                    </a:cubicBezTo>
                    <a:cubicBezTo>
                      <a:pt x="3115" y="15546"/>
                      <a:pt x="3144" y="15609"/>
                      <a:pt x="3172" y="15667"/>
                    </a:cubicBezTo>
                    <a:cubicBezTo>
                      <a:pt x="3178" y="15681"/>
                      <a:pt x="3185" y="15696"/>
                      <a:pt x="3191" y="15710"/>
                    </a:cubicBezTo>
                    <a:cubicBezTo>
                      <a:pt x="3207" y="15744"/>
                      <a:pt x="3224" y="15779"/>
                      <a:pt x="3239" y="15811"/>
                    </a:cubicBezTo>
                    <a:cubicBezTo>
                      <a:pt x="3243" y="15822"/>
                      <a:pt x="3248" y="15832"/>
                      <a:pt x="3253" y="15843"/>
                    </a:cubicBezTo>
                    <a:cubicBezTo>
                      <a:pt x="3262" y="15861"/>
                      <a:pt x="3271" y="15881"/>
                      <a:pt x="3280" y="15900"/>
                    </a:cubicBezTo>
                    <a:cubicBezTo>
                      <a:pt x="3283" y="15906"/>
                      <a:pt x="3286" y="15913"/>
                      <a:pt x="3289" y="15921"/>
                    </a:cubicBezTo>
                    <a:cubicBezTo>
                      <a:pt x="3324" y="15993"/>
                      <a:pt x="3355" y="16060"/>
                      <a:pt x="3383" y="16118"/>
                    </a:cubicBezTo>
                    <a:cubicBezTo>
                      <a:pt x="3387" y="16126"/>
                      <a:pt x="3390" y="16133"/>
                      <a:pt x="3393" y="16141"/>
                    </a:cubicBezTo>
                    <a:cubicBezTo>
                      <a:pt x="3427" y="16213"/>
                      <a:pt x="3456" y="16273"/>
                      <a:pt x="3479" y="16322"/>
                    </a:cubicBezTo>
                    <a:cubicBezTo>
                      <a:pt x="3480" y="16325"/>
                      <a:pt x="3482" y="16328"/>
                      <a:pt x="3483" y="16329"/>
                    </a:cubicBezTo>
                    <a:cubicBezTo>
                      <a:pt x="3491" y="16347"/>
                      <a:pt x="3499" y="16363"/>
                      <a:pt x="3505" y="16377"/>
                    </a:cubicBezTo>
                    <a:cubicBezTo>
                      <a:pt x="3508" y="16381"/>
                      <a:pt x="3509" y="16386"/>
                      <a:pt x="3511" y="16390"/>
                    </a:cubicBezTo>
                    <a:cubicBezTo>
                      <a:pt x="3513" y="16392"/>
                      <a:pt x="3514" y="16395"/>
                      <a:pt x="3514" y="16396"/>
                    </a:cubicBezTo>
                    <a:cubicBezTo>
                      <a:pt x="3516" y="16398"/>
                      <a:pt x="3517" y="16401"/>
                      <a:pt x="3517" y="16403"/>
                    </a:cubicBezTo>
                    <a:cubicBezTo>
                      <a:pt x="3534" y="16436"/>
                      <a:pt x="3543" y="16455"/>
                      <a:pt x="3543" y="16455"/>
                    </a:cubicBezTo>
                    <a:cubicBezTo>
                      <a:pt x="3543" y="16455"/>
                      <a:pt x="3220" y="17060"/>
                      <a:pt x="3288" y="17973"/>
                    </a:cubicBezTo>
                    <a:cubicBezTo>
                      <a:pt x="3355" y="18885"/>
                      <a:pt x="3934" y="19106"/>
                      <a:pt x="3934" y="19106"/>
                    </a:cubicBezTo>
                    <a:cubicBezTo>
                      <a:pt x="3934" y="19106"/>
                      <a:pt x="3956" y="19107"/>
                      <a:pt x="3996" y="19109"/>
                    </a:cubicBezTo>
                    <a:cubicBezTo>
                      <a:pt x="4290" y="19128"/>
                      <a:pt x="5553" y="19204"/>
                      <a:pt x="6048" y="19204"/>
                    </a:cubicBezTo>
                    <a:cubicBezTo>
                      <a:pt x="6144" y="19204"/>
                      <a:pt x="6212" y="19201"/>
                      <a:pt x="6237" y="19194"/>
                    </a:cubicBezTo>
                    <a:cubicBezTo>
                      <a:pt x="6306" y="19177"/>
                      <a:pt x="6462" y="19043"/>
                      <a:pt x="6625" y="18885"/>
                    </a:cubicBezTo>
                    <a:cubicBezTo>
                      <a:pt x="6879" y="18641"/>
                      <a:pt x="7154" y="18341"/>
                      <a:pt x="7154" y="18341"/>
                    </a:cubicBezTo>
                    <a:cubicBezTo>
                      <a:pt x="7154" y="18341"/>
                      <a:pt x="8728" y="18341"/>
                      <a:pt x="8916" y="18297"/>
                    </a:cubicBezTo>
                    <a:cubicBezTo>
                      <a:pt x="9105" y="18252"/>
                      <a:pt x="9879" y="17919"/>
                      <a:pt x="10466" y="17447"/>
                    </a:cubicBezTo>
                    <a:cubicBezTo>
                      <a:pt x="10679" y="17455"/>
                      <a:pt x="10878" y="17459"/>
                      <a:pt x="11063" y="17459"/>
                    </a:cubicBezTo>
                    <a:cubicBezTo>
                      <a:pt x="13430" y="17459"/>
                      <a:pt x="13597" y="16805"/>
                      <a:pt x="13597" y="16805"/>
                    </a:cubicBezTo>
                    <a:cubicBezTo>
                      <a:pt x="13597" y="16805"/>
                      <a:pt x="13603" y="16751"/>
                      <a:pt x="13612" y="16666"/>
                    </a:cubicBezTo>
                    <a:cubicBezTo>
                      <a:pt x="13641" y="16399"/>
                      <a:pt x="13699" y="15822"/>
                      <a:pt x="13706" y="15611"/>
                    </a:cubicBezTo>
                    <a:cubicBezTo>
                      <a:pt x="13712" y="15334"/>
                      <a:pt x="13303" y="14632"/>
                      <a:pt x="12394" y="13782"/>
                    </a:cubicBezTo>
                    <a:cubicBezTo>
                      <a:pt x="12464" y="12904"/>
                      <a:pt x="12345" y="11353"/>
                      <a:pt x="12177" y="9781"/>
                    </a:cubicBezTo>
                    <a:cubicBezTo>
                      <a:pt x="11966" y="7815"/>
                      <a:pt x="11678" y="5818"/>
                      <a:pt x="11590" y="5069"/>
                    </a:cubicBezTo>
                    <a:cubicBezTo>
                      <a:pt x="11429" y="3722"/>
                      <a:pt x="10567" y="1233"/>
                      <a:pt x="10293" y="456"/>
                    </a:cubicBezTo>
                    <a:cubicBezTo>
                      <a:pt x="9986" y="297"/>
                      <a:pt x="9602" y="201"/>
                      <a:pt x="9357" y="151"/>
                    </a:cubicBezTo>
                    <a:cubicBezTo>
                      <a:pt x="9214" y="122"/>
                      <a:pt x="9119" y="108"/>
                      <a:pt x="9119" y="108"/>
                    </a:cubicBezTo>
                    <a:cubicBezTo>
                      <a:pt x="8760" y="963"/>
                      <a:pt x="7732" y="1398"/>
                      <a:pt x="7732" y="1398"/>
                    </a:cubicBezTo>
                    <a:cubicBezTo>
                      <a:pt x="7732" y="1398"/>
                      <a:pt x="7433" y="1027"/>
                      <a:pt x="7177" y="539"/>
                    </a:cubicBezTo>
                    <a:cubicBezTo>
                      <a:pt x="7127" y="444"/>
                      <a:pt x="7079" y="346"/>
                      <a:pt x="7035" y="244"/>
                    </a:cubicBezTo>
                    <a:lnTo>
                      <a:pt x="7035" y="247"/>
                    </a:lnTo>
                    <a:cubicBezTo>
                      <a:pt x="7035" y="270"/>
                      <a:pt x="7038" y="395"/>
                      <a:pt x="7044" y="563"/>
                    </a:cubicBezTo>
                    <a:cubicBezTo>
                      <a:pt x="7055" y="836"/>
                      <a:pt x="7073" y="1219"/>
                      <a:pt x="7104" y="1473"/>
                    </a:cubicBezTo>
                    <a:cubicBezTo>
                      <a:pt x="7431" y="1768"/>
                      <a:pt x="7633" y="1944"/>
                      <a:pt x="7633" y="1944"/>
                    </a:cubicBezTo>
                    <a:cubicBezTo>
                      <a:pt x="7633" y="1944"/>
                      <a:pt x="7709" y="2997"/>
                      <a:pt x="7692" y="3646"/>
                    </a:cubicBezTo>
                    <a:cubicBezTo>
                      <a:pt x="7575" y="2897"/>
                      <a:pt x="6800" y="1641"/>
                      <a:pt x="6564" y="1281"/>
                    </a:cubicBezTo>
                    <a:lnTo>
                      <a:pt x="6833" y="935"/>
                    </a:lnTo>
                    <a:cubicBezTo>
                      <a:pt x="6833" y="935"/>
                      <a:pt x="6738" y="799"/>
                      <a:pt x="6610" y="643"/>
                    </a:cubicBezTo>
                    <a:cubicBezTo>
                      <a:pt x="6501" y="515"/>
                      <a:pt x="6372" y="371"/>
                      <a:pt x="6252" y="285"/>
                    </a:cubicBezTo>
                    <a:lnTo>
                      <a:pt x="6252" y="285"/>
                    </a:lnTo>
                    <a:cubicBezTo>
                      <a:pt x="6252" y="285"/>
                      <a:pt x="6268" y="420"/>
                      <a:pt x="6246" y="632"/>
                    </a:cubicBezTo>
                    <a:cubicBezTo>
                      <a:pt x="6234" y="745"/>
                      <a:pt x="6213" y="881"/>
                      <a:pt x="6170" y="1030"/>
                    </a:cubicBezTo>
                    <a:cubicBezTo>
                      <a:pt x="6170" y="1031"/>
                      <a:pt x="6170" y="1033"/>
                      <a:pt x="6168" y="1034"/>
                    </a:cubicBezTo>
                    <a:cubicBezTo>
                      <a:pt x="6165" y="1047"/>
                      <a:pt x="6162" y="1057"/>
                      <a:pt x="6159" y="1070"/>
                    </a:cubicBezTo>
                    <a:cubicBezTo>
                      <a:pt x="6156" y="1079"/>
                      <a:pt x="6153" y="1089"/>
                      <a:pt x="6150" y="1100"/>
                    </a:cubicBezTo>
                    <a:cubicBezTo>
                      <a:pt x="6131" y="1158"/>
                      <a:pt x="6110" y="1221"/>
                      <a:pt x="6084" y="1284"/>
                    </a:cubicBezTo>
                    <a:cubicBezTo>
                      <a:pt x="6079" y="1293"/>
                      <a:pt x="6076" y="1302"/>
                      <a:pt x="6072" y="1313"/>
                    </a:cubicBezTo>
                    <a:cubicBezTo>
                      <a:pt x="6070" y="1316"/>
                      <a:pt x="6069" y="1320"/>
                      <a:pt x="6067" y="1325"/>
                    </a:cubicBezTo>
                    <a:cubicBezTo>
                      <a:pt x="6064" y="1333"/>
                      <a:pt x="6061" y="1340"/>
                      <a:pt x="6058" y="1348"/>
                    </a:cubicBezTo>
                    <a:cubicBezTo>
                      <a:pt x="6054" y="1355"/>
                      <a:pt x="6049" y="1365"/>
                      <a:pt x="6046" y="1374"/>
                    </a:cubicBezTo>
                    <a:cubicBezTo>
                      <a:pt x="6040" y="1386"/>
                      <a:pt x="6034" y="1398"/>
                      <a:pt x="6029" y="1412"/>
                    </a:cubicBezTo>
                    <a:cubicBezTo>
                      <a:pt x="6023" y="1421"/>
                      <a:pt x="6018" y="1432"/>
                      <a:pt x="6014" y="1443"/>
                    </a:cubicBezTo>
                    <a:cubicBezTo>
                      <a:pt x="6006" y="1459"/>
                      <a:pt x="5997" y="1476"/>
                      <a:pt x="5989" y="1492"/>
                    </a:cubicBezTo>
                    <a:cubicBezTo>
                      <a:pt x="5983" y="1502"/>
                      <a:pt x="5979" y="1513"/>
                      <a:pt x="5972" y="1522"/>
                    </a:cubicBezTo>
                    <a:cubicBezTo>
                      <a:pt x="5965" y="1537"/>
                      <a:pt x="5957" y="1551"/>
                      <a:pt x="5950" y="1565"/>
                    </a:cubicBezTo>
                    <a:cubicBezTo>
                      <a:pt x="5942" y="1577"/>
                      <a:pt x="5936" y="1588"/>
                      <a:pt x="5930" y="1600"/>
                    </a:cubicBezTo>
                    <a:cubicBezTo>
                      <a:pt x="5930" y="1600"/>
                      <a:pt x="5928" y="1602"/>
                      <a:pt x="5928" y="1603"/>
                    </a:cubicBezTo>
                    <a:cubicBezTo>
                      <a:pt x="5922" y="1614"/>
                      <a:pt x="5914" y="1625"/>
                      <a:pt x="5908" y="1637"/>
                    </a:cubicBezTo>
                    <a:cubicBezTo>
                      <a:pt x="5899" y="1652"/>
                      <a:pt x="5890" y="1666"/>
                      <a:pt x="5879" y="1683"/>
                    </a:cubicBezTo>
                    <a:cubicBezTo>
                      <a:pt x="5873" y="1693"/>
                      <a:pt x="5865" y="1704"/>
                      <a:pt x="5858" y="1715"/>
                    </a:cubicBezTo>
                    <a:cubicBezTo>
                      <a:pt x="5084" y="1715"/>
                      <a:pt x="3393" y="719"/>
                      <a:pt x="30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7"/>
              <p:cNvSpPr/>
              <p:nvPr/>
            </p:nvSpPr>
            <p:spPr>
              <a:xfrm>
                <a:off x="6672556" y="1162253"/>
                <a:ext cx="300095" cy="345618"/>
              </a:xfrm>
              <a:custGeom>
                <a:avLst/>
                <a:gdLst/>
                <a:ahLst/>
                <a:cxnLst/>
                <a:rect l="l" t="t" r="r" b="b"/>
                <a:pathLst>
                  <a:path w="6401" h="7372" extrusionOk="0">
                    <a:moveTo>
                      <a:pt x="4529" y="0"/>
                    </a:moveTo>
                    <a:cubicBezTo>
                      <a:pt x="4343" y="0"/>
                      <a:pt x="4138" y="17"/>
                      <a:pt x="3912" y="54"/>
                    </a:cubicBezTo>
                    <a:cubicBezTo>
                      <a:pt x="888" y="547"/>
                      <a:pt x="3886" y="3032"/>
                      <a:pt x="1548" y="3140"/>
                    </a:cubicBezTo>
                    <a:cubicBezTo>
                      <a:pt x="1574" y="2988"/>
                      <a:pt x="1579" y="2818"/>
                      <a:pt x="1556" y="2644"/>
                    </a:cubicBezTo>
                    <a:cubicBezTo>
                      <a:pt x="1507" y="2277"/>
                      <a:pt x="1348" y="1968"/>
                      <a:pt x="1143" y="1786"/>
                    </a:cubicBezTo>
                    <a:cubicBezTo>
                      <a:pt x="1109" y="1755"/>
                      <a:pt x="1074" y="1729"/>
                      <a:pt x="1039" y="1706"/>
                    </a:cubicBezTo>
                    <a:cubicBezTo>
                      <a:pt x="942" y="1647"/>
                      <a:pt x="839" y="1613"/>
                      <a:pt x="734" y="1613"/>
                    </a:cubicBezTo>
                    <a:cubicBezTo>
                      <a:pt x="712" y="1613"/>
                      <a:pt x="690" y="1615"/>
                      <a:pt x="669" y="1618"/>
                    </a:cubicBezTo>
                    <a:cubicBezTo>
                      <a:pt x="262" y="1673"/>
                      <a:pt x="1" y="2218"/>
                      <a:pt x="83" y="2839"/>
                    </a:cubicBezTo>
                    <a:cubicBezTo>
                      <a:pt x="161" y="3427"/>
                      <a:pt x="522" y="3869"/>
                      <a:pt x="904" y="3869"/>
                    </a:cubicBezTo>
                    <a:cubicBezTo>
                      <a:pt x="925" y="3869"/>
                      <a:pt x="947" y="3868"/>
                      <a:pt x="969" y="3865"/>
                    </a:cubicBezTo>
                    <a:cubicBezTo>
                      <a:pt x="979" y="3864"/>
                      <a:pt x="988" y="3862"/>
                      <a:pt x="999" y="3859"/>
                    </a:cubicBezTo>
                    <a:cubicBezTo>
                      <a:pt x="1011" y="3984"/>
                      <a:pt x="1025" y="4116"/>
                      <a:pt x="1040" y="4247"/>
                    </a:cubicBezTo>
                    <a:cubicBezTo>
                      <a:pt x="1076" y="4539"/>
                      <a:pt x="1120" y="4831"/>
                      <a:pt x="1172" y="5058"/>
                    </a:cubicBezTo>
                    <a:cubicBezTo>
                      <a:pt x="1173" y="5065"/>
                      <a:pt x="1175" y="5073"/>
                      <a:pt x="1176" y="5079"/>
                    </a:cubicBezTo>
                    <a:cubicBezTo>
                      <a:pt x="1181" y="5096"/>
                      <a:pt x="1184" y="5113"/>
                      <a:pt x="1189" y="5128"/>
                    </a:cubicBezTo>
                    <a:cubicBezTo>
                      <a:pt x="1190" y="5134"/>
                      <a:pt x="1192" y="5140"/>
                      <a:pt x="1193" y="5145"/>
                    </a:cubicBezTo>
                    <a:cubicBezTo>
                      <a:pt x="1195" y="5151"/>
                      <a:pt x="1196" y="5155"/>
                      <a:pt x="1196" y="5160"/>
                    </a:cubicBezTo>
                    <a:cubicBezTo>
                      <a:pt x="1199" y="5168"/>
                      <a:pt x="1201" y="5174"/>
                      <a:pt x="1202" y="5180"/>
                    </a:cubicBezTo>
                    <a:cubicBezTo>
                      <a:pt x="1204" y="5188"/>
                      <a:pt x="1207" y="5195"/>
                      <a:pt x="1209" y="5203"/>
                    </a:cubicBezTo>
                    <a:cubicBezTo>
                      <a:pt x="1215" y="5224"/>
                      <a:pt x="1222" y="5246"/>
                      <a:pt x="1228" y="5266"/>
                    </a:cubicBezTo>
                    <a:cubicBezTo>
                      <a:pt x="1230" y="5272"/>
                      <a:pt x="1233" y="5278"/>
                      <a:pt x="1235" y="5285"/>
                    </a:cubicBezTo>
                    <a:cubicBezTo>
                      <a:pt x="1242" y="5304"/>
                      <a:pt x="1248" y="5322"/>
                      <a:pt x="1256" y="5337"/>
                    </a:cubicBezTo>
                    <a:cubicBezTo>
                      <a:pt x="1258" y="5343"/>
                      <a:pt x="1259" y="5348"/>
                      <a:pt x="1262" y="5353"/>
                    </a:cubicBezTo>
                    <a:cubicBezTo>
                      <a:pt x="1264" y="5357"/>
                      <a:pt x="1265" y="5360"/>
                      <a:pt x="1267" y="5365"/>
                    </a:cubicBezTo>
                    <a:cubicBezTo>
                      <a:pt x="1274" y="5374"/>
                      <a:pt x="1283" y="5388"/>
                      <a:pt x="1290" y="5397"/>
                    </a:cubicBezTo>
                    <a:cubicBezTo>
                      <a:pt x="2563" y="6749"/>
                      <a:pt x="3600" y="7267"/>
                      <a:pt x="4381" y="7357"/>
                    </a:cubicBezTo>
                    <a:cubicBezTo>
                      <a:pt x="4468" y="7367"/>
                      <a:pt x="4551" y="7372"/>
                      <a:pt x="4632" y="7372"/>
                    </a:cubicBezTo>
                    <a:cubicBezTo>
                      <a:pt x="5464" y="7372"/>
                      <a:pt x="5953" y="6868"/>
                      <a:pt x="6070" y="6475"/>
                    </a:cubicBezTo>
                    <a:cubicBezTo>
                      <a:pt x="6401" y="5272"/>
                      <a:pt x="6254" y="2055"/>
                      <a:pt x="6191" y="946"/>
                    </a:cubicBezTo>
                    <a:cubicBezTo>
                      <a:pt x="6188" y="898"/>
                      <a:pt x="6185" y="853"/>
                      <a:pt x="6182" y="813"/>
                    </a:cubicBezTo>
                    <a:cubicBezTo>
                      <a:pt x="6177" y="800"/>
                      <a:pt x="5834" y="0"/>
                      <a:pt x="4529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7"/>
              <p:cNvSpPr/>
              <p:nvPr/>
            </p:nvSpPr>
            <p:spPr>
              <a:xfrm>
                <a:off x="6663461" y="2426814"/>
                <a:ext cx="661653" cy="1827339"/>
              </a:xfrm>
              <a:custGeom>
                <a:avLst/>
                <a:gdLst/>
                <a:ahLst/>
                <a:cxnLst/>
                <a:rect l="l" t="t" r="r" b="b"/>
                <a:pathLst>
                  <a:path w="14113" h="38977" extrusionOk="0">
                    <a:moveTo>
                      <a:pt x="7793" y="1"/>
                    </a:moveTo>
                    <a:cubicBezTo>
                      <a:pt x="7662" y="48"/>
                      <a:pt x="7529" y="97"/>
                      <a:pt x="7394" y="145"/>
                    </a:cubicBezTo>
                    <a:cubicBezTo>
                      <a:pt x="7367" y="154"/>
                      <a:pt x="7339" y="163"/>
                      <a:pt x="7312" y="172"/>
                    </a:cubicBezTo>
                    <a:cubicBezTo>
                      <a:pt x="7153" y="227"/>
                      <a:pt x="6992" y="282"/>
                      <a:pt x="6829" y="337"/>
                    </a:cubicBezTo>
                    <a:cubicBezTo>
                      <a:pt x="6809" y="343"/>
                      <a:pt x="6790" y="349"/>
                      <a:pt x="6770" y="356"/>
                    </a:cubicBezTo>
                    <a:cubicBezTo>
                      <a:pt x="6729" y="369"/>
                      <a:pt x="6686" y="383"/>
                      <a:pt x="6644" y="397"/>
                    </a:cubicBezTo>
                    <a:cubicBezTo>
                      <a:pt x="6587" y="415"/>
                      <a:pt x="6530" y="434"/>
                      <a:pt x="6474" y="452"/>
                    </a:cubicBezTo>
                    <a:cubicBezTo>
                      <a:pt x="4765" y="993"/>
                      <a:pt x="2844" y="1438"/>
                      <a:pt x="1176" y="1461"/>
                    </a:cubicBezTo>
                    <a:cubicBezTo>
                      <a:pt x="1175" y="1461"/>
                      <a:pt x="1174" y="1461"/>
                      <a:pt x="1174" y="1461"/>
                    </a:cubicBezTo>
                    <a:cubicBezTo>
                      <a:pt x="1126" y="1461"/>
                      <a:pt x="1089" y="1422"/>
                      <a:pt x="1089" y="1374"/>
                    </a:cubicBezTo>
                    <a:cubicBezTo>
                      <a:pt x="1052" y="1458"/>
                      <a:pt x="1016" y="1543"/>
                      <a:pt x="981" y="1631"/>
                    </a:cubicBezTo>
                    <a:cubicBezTo>
                      <a:pt x="435" y="2971"/>
                      <a:pt x="129" y="4607"/>
                      <a:pt x="62" y="6038"/>
                    </a:cubicBezTo>
                    <a:cubicBezTo>
                      <a:pt x="1" y="7361"/>
                      <a:pt x="143" y="8509"/>
                      <a:pt x="490" y="9095"/>
                    </a:cubicBezTo>
                    <a:cubicBezTo>
                      <a:pt x="1237" y="10356"/>
                      <a:pt x="2736" y="15098"/>
                      <a:pt x="3503" y="17453"/>
                    </a:cubicBezTo>
                    <a:cubicBezTo>
                      <a:pt x="3754" y="18384"/>
                      <a:pt x="4326" y="20391"/>
                      <a:pt x="5028" y="22822"/>
                    </a:cubicBezTo>
                    <a:cubicBezTo>
                      <a:pt x="5690" y="25117"/>
                      <a:pt x="6468" y="27791"/>
                      <a:pt x="7197" y="30292"/>
                    </a:cubicBezTo>
                    <a:cubicBezTo>
                      <a:pt x="8544" y="34909"/>
                      <a:pt x="9729" y="38944"/>
                      <a:pt x="9729" y="38944"/>
                    </a:cubicBezTo>
                    <a:cubicBezTo>
                      <a:pt x="9729" y="38944"/>
                      <a:pt x="9905" y="38955"/>
                      <a:pt x="10186" y="38962"/>
                    </a:cubicBezTo>
                    <a:cubicBezTo>
                      <a:pt x="10412" y="38970"/>
                      <a:pt x="10709" y="38976"/>
                      <a:pt x="11035" y="38976"/>
                    </a:cubicBezTo>
                    <a:cubicBezTo>
                      <a:pt x="11054" y="38976"/>
                      <a:pt x="11074" y="38976"/>
                      <a:pt x="11093" y="38976"/>
                    </a:cubicBezTo>
                    <a:cubicBezTo>
                      <a:pt x="11721" y="38976"/>
                      <a:pt x="12455" y="38952"/>
                      <a:pt x="13042" y="38869"/>
                    </a:cubicBezTo>
                    <a:cubicBezTo>
                      <a:pt x="13620" y="38788"/>
                      <a:pt x="14057" y="38648"/>
                      <a:pt x="14112" y="38414"/>
                    </a:cubicBezTo>
                    <a:cubicBezTo>
                      <a:pt x="13643" y="36426"/>
                      <a:pt x="12149" y="30071"/>
                      <a:pt x="12149" y="30071"/>
                    </a:cubicBezTo>
                    <a:cubicBezTo>
                      <a:pt x="12149" y="30071"/>
                      <a:pt x="12037" y="27725"/>
                      <a:pt x="11654" y="25171"/>
                    </a:cubicBezTo>
                    <a:cubicBezTo>
                      <a:pt x="11599" y="24804"/>
                      <a:pt x="11538" y="24432"/>
                      <a:pt x="11470" y="24062"/>
                    </a:cubicBezTo>
                    <a:cubicBezTo>
                      <a:pt x="11337" y="23325"/>
                      <a:pt x="11114" y="21902"/>
                      <a:pt x="10856" y="20180"/>
                    </a:cubicBezTo>
                    <a:cubicBezTo>
                      <a:pt x="10261" y="16221"/>
                      <a:pt x="9475" y="10688"/>
                      <a:pt x="9143" y="8339"/>
                    </a:cubicBezTo>
                    <a:cubicBezTo>
                      <a:pt x="9044" y="7631"/>
                      <a:pt x="8984" y="7211"/>
                      <a:pt x="8984" y="7211"/>
                    </a:cubicBezTo>
                    <a:cubicBezTo>
                      <a:pt x="8984" y="7211"/>
                      <a:pt x="9276" y="5817"/>
                      <a:pt x="9414" y="4964"/>
                    </a:cubicBezTo>
                    <a:cubicBezTo>
                      <a:pt x="9454" y="4714"/>
                      <a:pt x="9448" y="4462"/>
                      <a:pt x="9399" y="4216"/>
                    </a:cubicBezTo>
                    <a:cubicBezTo>
                      <a:pt x="9071" y="2595"/>
                      <a:pt x="8272" y="901"/>
                      <a:pt x="7903" y="204"/>
                    </a:cubicBezTo>
                    <a:cubicBezTo>
                      <a:pt x="7861" y="122"/>
                      <a:pt x="7822" y="53"/>
                      <a:pt x="7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7"/>
              <p:cNvSpPr/>
              <p:nvPr/>
            </p:nvSpPr>
            <p:spPr>
              <a:xfrm>
                <a:off x="6663836" y="2621564"/>
                <a:ext cx="516973" cy="1632589"/>
              </a:xfrm>
              <a:custGeom>
                <a:avLst/>
                <a:gdLst/>
                <a:ahLst/>
                <a:cxnLst/>
                <a:rect l="l" t="t" r="r" b="b"/>
                <a:pathLst>
                  <a:path w="11027" h="34823" extrusionOk="0">
                    <a:moveTo>
                      <a:pt x="3159" y="1"/>
                    </a:moveTo>
                    <a:cubicBezTo>
                      <a:pt x="2026" y="1274"/>
                      <a:pt x="849" y="1571"/>
                      <a:pt x="63" y="1728"/>
                    </a:cubicBezTo>
                    <a:cubicBezTo>
                      <a:pt x="0" y="3049"/>
                      <a:pt x="135" y="4355"/>
                      <a:pt x="482" y="4941"/>
                    </a:cubicBezTo>
                    <a:cubicBezTo>
                      <a:pt x="1229" y="6202"/>
                      <a:pt x="2728" y="10944"/>
                      <a:pt x="3495" y="13299"/>
                    </a:cubicBezTo>
                    <a:cubicBezTo>
                      <a:pt x="3746" y="14230"/>
                      <a:pt x="4318" y="16237"/>
                      <a:pt x="5020" y="18668"/>
                    </a:cubicBezTo>
                    <a:cubicBezTo>
                      <a:pt x="5682" y="20963"/>
                      <a:pt x="6460" y="23637"/>
                      <a:pt x="7189" y="26138"/>
                    </a:cubicBezTo>
                    <a:cubicBezTo>
                      <a:pt x="8536" y="30755"/>
                      <a:pt x="9721" y="34790"/>
                      <a:pt x="9721" y="34790"/>
                    </a:cubicBezTo>
                    <a:cubicBezTo>
                      <a:pt x="9721" y="34790"/>
                      <a:pt x="9897" y="34801"/>
                      <a:pt x="10178" y="34808"/>
                    </a:cubicBezTo>
                    <a:cubicBezTo>
                      <a:pt x="10404" y="34816"/>
                      <a:pt x="10701" y="34822"/>
                      <a:pt x="11027" y="34822"/>
                    </a:cubicBezTo>
                    <a:cubicBezTo>
                      <a:pt x="10149" y="28643"/>
                      <a:pt x="2257" y="6401"/>
                      <a:pt x="763" y="3320"/>
                    </a:cubicBezTo>
                    <a:cubicBezTo>
                      <a:pt x="2047" y="2479"/>
                      <a:pt x="3419" y="421"/>
                      <a:pt x="3419" y="421"/>
                    </a:cubicBezTo>
                    <a:lnTo>
                      <a:pt x="3159" y="1"/>
                    </a:lnTo>
                    <a:close/>
                  </a:path>
                </a:pathLst>
              </a:custGeom>
              <a:solidFill>
                <a:srgbClr val="333746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7"/>
              <p:cNvSpPr/>
              <p:nvPr/>
            </p:nvSpPr>
            <p:spPr>
              <a:xfrm>
                <a:off x="6702608" y="1247626"/>
                <a:ext cx="39944" cy="86264"/>
              </a:xfrm>
              <a:custGeom>
                <a:avLst/>
                <a:gdLst/>
                <a:ahLst/>
                <a:cxnLst/>
                <a:rect l="l" t="t" r="r" b="b"/>
                <a:pathLst>
                  <a:path w="852" h="1840" extrusionOk="0">
                    <a:moveTo>
                      <a:pt x="113" y="1"/>
                    </a:moveTo>
                    <a:cubicBezTo>
                      <a:pt x="94" y="1"/>
                      <a:pt x="75" y="2"/>
                      <a:pt x="57" y="5"/>
                    </a:cubicBezTo>
                    <a:cubicBezTo>
                      <a:pt x="45" y="6"/>
                      <a:pt x="32" y="8"/>
                      <a:pt x="20" y="11"/>
                    </a:cubicBezTo>
                    <a:cubicBezTo>
                      <a:pt x="8" y="14"/>
                      <a:pt x="0" y="26"/>
                      <a:pt x="2" y="38"/>
                    </a:cubicBezTo>
                    <a:cubicBezTo>
                      <a:pt x="5" y="50"/>
                      <a:pt x="14" y="57"/>
                      <a:pt x="25" y="57"/>
                    </a:cubicBezTo>
                    <a:cubicBezTo>
                      <a:pt x="27" y="57"/>
                      <a:pt x="29" y="57"/>
                      <a:pt x="31" y="57"/>
                    </a:cubicBezTo>
                    <a:cubicBezTo>
                      <a:pt x="42" y="53"/>
                      <a:pt x="52" y="52"/>
                      <a:pt x="63" y="50"/>
                    </a:cubicBezTo>
                    <a:cubicBezTo>
                      <a:pt x="79" y="48"/>
                      <a:pt x="95" y="47"/>
                      <a:pt x="111" y="47"/>
                    </a:cubicBezTo>
                    <a:cubicBezTo>
                      <a:pt x="217" y="47"/>
                      <a:pt x="324" y="91"/>
                      <a:pt x="421" y="179"/>
                    </a:cubicBezTo>
                    <a:cubicBezTo>
                      <a:pt x="587" y="326"/>
                      <a:pt x="704" y="569"/>
                      <a:pt x="740" y="845"/>
                    </a:cubicBezTo>
                    <a:cubicBezTo>
                      <a:pt x="803" y="1315"/>
                      <a:pt x="617" y="1729"/>
                      <a:pt x="317" y="1787"/>
                    </a:cubicBezTo>
                    <a:cubicBezTo>
                      <a:pt x="309" y="1789"/>
                      <a:pt x="302" y="1790"/>
                      <a:pt x="294" y="1790"/>
                    </a:cubicBezTo>
                    <a:cubicBezTo>
                      <a:pt x="288" y="1792"/>
                      <a:pt x="280" y="1792"/>
                      <a:pt x="273" y="1793"/>
                    </a:cubicBezTo>
                    <a:cubicBezTo>
                      <a:pt x="260" y="1793"/>
                      <a:pt x="250" y="1806"/>
                      <a:pt x="251" y="1818"/>
                    </a:cubicBezTo>
                    <a:cubicBezTo>
                      <a:pt x="253" y="1830"/>
                      <a:pt x="262" y="1839"/>
                      <a:pt x="274" y="1839"/>
                    </a:cubicBezTo>
                    <a:lnTo>
                      <a:pt x="276" y="1839"/>
                    </a:lnTo>
                    <a:cubicBezTo>
                      <a:pt x="285" y="1839"/>
                      <a:pt x="292" y="1838"/>
                      <a:pt x="302" y="1836"/>
                    </a:cubicBezTo>
                    <a:cubicBezTo>
                      <a:pt x="309" y="1836"/>
                      <a:pt x="317" y="1835"/>
                      <a:pt x="326" y="1833"/>
                    </a:cubicBezTo>
                    <a:cubicBezTo>
                      <a:pt x="650" y="1769"/>
                      <a:pt x="852" y="1333"/>
                      <a:pt x="788" y="839"/>
                    </a:cubicBezTo>
                    <a:cubicBezTo>
                      <a:pt x="750" y="552"/>
                      <a:pt x="627" y="298"/>
                      <a:pt x="451" y="144"/>
                    </a:cubicBezTo>
                    <a:cubicBezTo>
                      <a:pt x="346" y="50"/>
                      <a:pt x="229" y="1"/>
                      <a:pt x="1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7"/>
              <p:cNvSpPr/>
              <p:nvPr/>
            </p:nvSpPr>
            <p:spPr>
              <a:xfrm>
                <a:off x="6697732" y="1285366"/>
                <a:ext cx="42569" cy="14159"/>
              </a:xfrm>
              <a:custGeom>
                <a:avLst/>
                <a:gdLst/>
                <a:ahLst/>
                <a:cxnLst/>
                <a:rect l="l" t="t" r="r" b="b"/>
                <a:pathLst>
                  <a:path w="908" h="302" extrusionOk="0">
                    <a:moveTo>
                      <a:pt x="625" y="0"/>
                    </a:moveTo>
                    <a:cubicBezTo>
                      <a:pt x="578" y="0"/>
                      <a:pt x="532" y="20"/>
                      <a:pt x="490" y="59"/>
                    </a:cubicBezTo>
                    <a:cubicBezTo>
                      <a:pt x="453" y="91"/>
                      <a:pt x="422" y="120"/>
                      <a:pt x="395" y="146"/>
                    </a:cubicBezTo>
                    <a:cubicBezTo>
                      <a:pt x="324" y="215"/>
                      <a:pt x="282" y="256"/>
                      <a:pt x="218" y="256"/>
                    </a:cubicBezTo>
                    <a:cubicBezTo>
                      <a:pt x="174" y="256"/>
                      <a:pt x="119" y="237"/>
                      <a:pt x="37" y="193"/>
                    </a:cubicBezTo>
                    <a:cubicBezTo>
                      <a:pt x="34" y="191"/>
                      <a:pt x="30" y="191"/>
                      <a:pt x="27" y="191"/>
                    </a:cubicBezTo>
                    <a:cubicBezTo>
                      <a:pt x="19" y="191"/>
                      <a:pt x="11" y="195"/>
                      <a:pt x="7" y="203"/>
                    </a:cubicBezTo>
                    <a:cubicBezTo>
                      <a:pt x="0" y="215"/>
                      <a:pt x="5" y="228"/>
                      <a:pt x="16" y="235"/>
                    </a:cubicBezTo>
                    <a:cubicBezTo>
                      <a:pt x="106" y="282"/>
                      <a:pt x="169" y="302"/>
                      <a:pt x="221" y="302"/>
                    </a:cubicBezTo>
                    <a:cubicBezTo>
                      <a:pt x="300" y="302"/>
                      <a:pt x="352" y="253"/>
                      <a:pt x="428" y="180"/>
                    </a:cubicBezTo>
                    <a:cubicBezTo>
                      <a:pt x="454" y="154"/>
                      <a:pt x="484" y="125"/>
                      <a:pt x="520" y="94"/>
                    </a:cubicBezTo>
                    <a:cubicBezTo>
                      <a:pt x="555" y="63"/>
                      <a:pt x="590" y="47"/>
                      <a:pt x="626" y="47"/>
                    </a:cubicBezTo>
                    <a:cubicBezTo>
                      <a:pt x="635" y="47"/>
                      <a:pt x="643" y="48"/>
                      <a:pt x="652" y="50"/>
                    </a:cubicBezTo>
                    <a:cubicBezTo>
                      <a:pt x="769" y="73"/>
                      <a:pt x="858" y="248"/>
                      <a:pt x="860" y="251"/>
                    </a:cubicBezTo>
                    <a:cubicBezTo>
                      <a:pt x="863" y="259"/>
                      <a:pt x="870" y="263"/>
                      <a:pt x="879" y="263"/>
                    </a:cubicBezTo>
                    <a:cubicBezTo>
                      <a:pt x="883" y="263"/>
                      <a:pt x="886" y="262"/>
                      <a:pt x="890" y="261"/>
                    </a:cubicBezTo>
                    <a:cubicBezTo>
                      <a:pt x="901" y="256"/>
                      <a:pt x="907" y="242"/>
                      <a:pt x="901" y="230"/>
                    </a:cubicBezTo>
                    <a:cubicBezTo>
                      <a:pt x="896" y="222"/>
                      <a:pt x="802" y="31"/>
                      <a:pt x="661" y="4"/>
                    </a:cubicBezTo>
                    <a:cubicBezTo>
                      <a:pt x="649" y="1"/>
                      <a:pt x="637" y="0"/>
                      <a:pt x="62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7"/>
              <p:cNvSpPr/>
              <p:nvPr/>
            </p:nvSpPr>
            <p:spPr>
              <a:xfrm>
                <a:off x="6611703" y="1021418"/>
                <a:ext cx="318801" cy="399251"/>
              </a:xfrm>
              <a:custGeom>
                <a:avLst/>
                <a:gdLst/>
                <a:ahLst/>
                <a:cxnLst/>
                <a:rect l="l" t="t" r="r" b="b"/>
                <a:pathLst>
                  <a:path w="6800" h="8516" extrusionOk="0">
                    <a:moveTo>
                      <a:pt x="4139" y="0"/>
                    </a:moveTo>
                    <a:cubicBezTo>
                      <a:pt x="3172" y="0"/>
                      <a:pt x="2134" y="325"/>
                      <a:pt x="1351" y="1137"/>
                    </a:cubicBezTo>
                    <a:cubicBezTo>
                      <a:pt x="1209" y="1284"/>
                      <a:pt x="1074" y="1446"/>
                      <a:pt x="952" y="1625"/>
                    </a:cubicBezTo>
                    <a:cubicBezTo>
                      <a:pt x="759" y="1905"/>
                      <a:pt x="591" y="2226"/>
                      <a:pt x="456" y="2590"/>
                    </a:cubicBezTo>
                    <a:cubicBezTo>
                      <a:pt x="227" y="3214"/>
                      <a:pt x="100" y="3813"/>
                      <a:pt x="71" y="4363"/>
                    </a:cubicBezTo>
                    <a:cubicBezTo>
                      <a:pt x="1" y="5744"/>
                      <a:pt x="559" y="6825"/>
                      <a:pt x="1735" y="7251"/>
                    </a:cubicBezTo>
                    <a:cubicBezTo>
                      <a:pt x="1360" y="8078"/>
                      <a:pt x="1945" y="8516"/>
                      <a:pt x="2337" y="8516"/>
                    </a:cubicBezTo>
                    <a:cubicBezTo>
                      <a:pt x="2341" y="8516"/>
                      <a:pt x="2346" y="8516"/>
                      <a:pt x="2351" y="8516"/>
                    </a:cubicBezTo>
                    <a:cubicBezTo>
                      <a:pt x="2352" y="8494"/>
                      <a:pt x="2352" y="8474"/>
                      <a:pt x="2352" y="8453"/>
                    </a:cubicBezTo>
                    <a:cubicBezTo>
                      <a:pt x="2352" y="8436"/>
                      <a:pt x="2352" y="8418"/>
                      <a:pt x="2354" y="8401"/>
                    </a:cubicBezTo>
                    <a:cubicBezTo>
                      <a:pt x="2354" y="8384"/>
                      <a:pt x="2354" y="8366"/>
                      <a:pt x="2354" y="8349"/>
                    </a:cubicBezTo>
                    <a:cubicBezTo>
                      <a:pt x="2355" y="8314"/>
                      <a:pt x="2355" y="8280"/>
                      <a:pt x="2355" y="8245"/>
                    </a:cubicBezTo>
                    <a:cubicBezTo>
                      <a:pt x="2357" y="8228"/>
                      <a:pt x="2357" y="8211"/>
                      <a:pt x="2357" y="8195"/>
                    </a:cubicBezTo>
                    <a:cubicBezTo>
                      <a:pt x="2357" y="8159"/>
                      <a:pt x="2357" y="8126"/>
                      <a:pt x="2357" y="8092"/>
                    </a:cubicBezTo>
                    <a:cubicBezTo>
                      <a:pt x="2358" y="7958"/>
                      <a:pt x="2358" y="7828"/>
                      <a:pt x="2357" y="7705"/>
                    </a:cubicBezTo>
                    <a:lnTo>
                      <a:pt x="2357" y="7704"/>
                    </a:lnTo>
                    <a:cubicBezTo>
                      <a:pt x="2355" y="7658"/>
                      <a:pt x="2355" y="7614"/>
                      <a:pt x="2354" y="7571"/>
                    </a:cubicBezTo>
                    <a:cubicBezTo>
                      <a:pt x="2354" y="7556"/>
                      <a:pt x="2352" y="7540"/>
                      <a:pt x="2352" y="7525"/>
                    </a:cubicBezTo>
                    <a:cubicBezTo>
                      <a:pt x="2352" y="7497"/>
                      <a:pt x="2351" y="7471"/>
                      <a:pt x="2349" y="7445"/>
                    </a:cubicBezTo>
                    <a:cubicBezTo>
                      <a:pt x="2348" y="7377"/>
                      <a:pt x="2343" y="7311"/>
                      <a:pt x="2340" y="7251"/>
                    </a:cubicBezTo>
                    <a:cubicBezTo>
                      <a:pt x="2323" y="7120"/>
                      <a:pt x="2309" y="6988"/>
                      <a:pt x="2297" y="6863"/>
                    </a:cubicBezTo>
                    <a:cubicBezTo>
                      <a:pt x="2288" y="6866"/>
                      <a:pt x="2277" y="6868"/>
                      <a:pt x="2268" y="6869"/>
                    </a:cubicBezTo>
                    <a:cubicBezTo>
                      <a:pt x="2246" y="6872"/>
                      <a:pt x="2225" y="6873"/>
                      <a:pt x="2203" y="6873"/>
                    </a:cubicBezTo>
                    <a:cubicBezTo>
                      <a:pt x="1820" y="6873"/>
                      <a:pt x="1459" y="6431"/>
                      <a:pt x="1381" y="5843"/>
                    </a:cubicBezTo>
                    <a:cubicBezTo>
                      <a:pt x="1299" y="5224"/>
                      <a:pt x="1562" y="4677"/>
                      <a:pt x="1968" y="4622"/>
                    </a:cubicBezTo>
                    <a:cubicBezTo>
                      <a:pt x="1990" y="4619"/>
                      <a:pt x="2011" y="4618"/>
                      <a:pt x="2032" y="4618"/>
                    </a:cubicBezTo>
                    <a:cubicBezTo>
                      <a:pt x="2177" y="4618"/>
                      <a:pt x="2318" y="4680"/>
                      <a:pt x="2442" y="4790"/>
                    </a:cubicBezTo>
                    <a:cubicBezTo>
                      <a:pt x="2647" y="4972"/>
                      <a:pt x="2805" y="5281"/>
                      <a:pt x="2854" y="5648"/>
                    </a:cubicBezTo>
                    <a:cubicBezTo>
                      <a:pt x="2877" y="5822"/>
                      <a:pt x="2874" y="5992"/>
                      <a:pt x="2846" y="6144"/>
                    </a:cubicBezTo>
                    <a:cubicBezTo>
                      <a:pt x="4075" y="5796"/>
                      <a:pt x="3112" y="4571"/>
                      <a:pt x="3204" y="4016"/>
                    </a:cubicBezTo>
                    <a:cubicBezTo>
                      <a:pt x="3714" y="1825"/>
                      <a:pt x="4918" y="1234"/>
                      <a:pt x="5795" y="1111"/>
                    </a:cubicBezTo>
                    <a:cubicBezTo>
                      <a:pt x="5890" y="1098"/>
                      <a:pt x="5984" y="1091"/>
                      <a:pt x="6078" y="1091"/>
                    </a:cubicBezTo>
                    <a:cubicBezTo>
                      <a:pt x="6178" y="1091"/>
                      <a:pt x="6276" y="1099"/>
                      <a:pt x="6373" y="1113"/>
                    </a:cubicBezTo>
                    <a:cubicBezTo>
                      <a:pt x="6520" y="1134"/>
                      <a:pt x="6664" y="1173"/>
                      <a:pt x="6800" y="1225"/>
                    </a:cubicBezTo>
                    <a:cubicBezTo>
                      <a:pt x="6458" y="515"/>
                      <a:pt x="5355" y="0"/>
                      <a:pt x="4139" y="0"/>
                    </a:cubicBezTo>
                    <a:close/>
                  </a:path>
                </a:pathLst>
              </a:custGeom>
              <a:solidFill>
                <a:srgbClr val="9955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7"/>
              <p:cNvSpPr/>
              <p:nvPr/>
            </p:nvSpPr>
            <p:spPr>
              <a:xfrm>
                <a:off x="6668712" y="1494368"/>
                <a:ext cx="152368" cy="141257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3013" extrusionOk="0">
                    <a:moveTo>
                      <a:pt x="519" y="1"/>
                    </a:moveTo>
                    <a:cubicBezTo>
                      <a:pt x="519" y="1"/>
                      <a:pt x="277" y="596"/>
                      <a:pt x="0" y="1299"/>
                    </a:cubicBezTo>
                    <a:cubicBezTo>
                      <a:pt x="373" y="2017"/>
                      <a:pt x="2066" y="3013"/>
                      <a:pt x="2839" y="3013"/>
                    </a:cubicBezTo>
                    <a:cubicBezTo>
                      <a:pt x="3107" y="2605"/>
                      <a:pt x="3199" y="2202"/>
                      <a:pt x="3228" y="1930"/>
                    </a:cubicBezTo>
                    <a:cubicBezTo>
                      <a:pt x="3249" y="1718"/>
                      <a:pt x="3234" y="1583"/>
                      <a:pt x="3234" y="1583"/>
                    </a:cubicBezTo>
                    <a:cubicBezTo>
                      <a:pt x="2576" y="1502"/>
                      <a:pt x="2060" y="1307"/>
                      <a:pt x="1662" y="1079"/>
                    </a:cubicBezTo>
                    <a:cubicBezTo>
                      <a:pt x="1408" y="935"/>
                      <a:pt x="1203" y="778"/>
                      <a:pt x="1040" y="629"/>
                    </a:cubicBezTo>
                    <a:cubicBezTo>
                      <a:pt x="671" y="293"/>
                      <a:pt x="519" y="1"/>
                      <a:pt x="5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7"/>
              <p:cNvSpPr/>
              <p:nvPr/>
            </p:nvSpPr>
            <p:spPr>
              <a:xfrm>
                <a:off x="6856945" y="1515043"/>
                <a:ext cx="99578" cy="105767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256" extrusionOk="0">
                    <a:moveTo>
                      <a:pt x="1306" y="0"/>
                    </a:moveTo>
                    <a:cubicBezTo>
                      <a:pt x="1306" y="0"/>
                      <a:pt x="1134" y="291"/>
                      <a:pt x="820" y="586"/>
                    </a:cubicBezTo>
                    <a:cubicBezTo>
                      <a:pt x="755" y="645"/>
                      <a:pt x="687" y="705"/>
                      <a:pt x="610" y="763"/>
                    </a:cubicBezTo>
                    <a:cubicBezTo>
                      <a:pt x="436" y="896"/>
                      <a:pt x="232" y="1018"/>
                      <a:pt x="0" y="1101"/>
                    </a:cubicBezTo>
                    <a:cubicBezTo>
                      <a:pt x="44" y="1203"/>
                      <a:pt x="92" y="1303"/>
                      <a:pt x="142" y="1398"/>
                    </a:cubicBezTo>
                    <a:cubicBezTo>
                      <a:pt x="399" y="1885"/>
                      <a:pt x="697" y="2255"/>
                      <a:pt x="697" y="2255"/>
                    </a:cubicBezTo>
                    <a:cubicBezTo>
                      <a:pt x="697" y="2255"/>
                      <a:pt x="1725" y="1820"/>
                      <a:pt x="2085" y="965"/>
                    </a:cubicBezTo>
                    <a:cubicBezTo>
                      <a:pt x="2099" y="933"/>
                      <a:pt x="2111" y="901"/>
                      <a:pt x="2124" y="867"/>
                    </a:cubicBezTo>
                    <a:cubicBezTo>
                      <a:pt x="1769" y="451"/>
                      <a:pt x="1306" y="0"/>
                      <a:pt x="13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7"/>
              <p:cNvSpPr/>
              <p:nvPr/>
            </p:nvSpPr>
            <p:spPr>
              <a:xfrm>
                <a:off x="6717423" y="1361363"/>
                <a:ext cx="177966" cy="364793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7781" extrusionOk="0">
                    <a:moveTo>
                      <a:pt x="85" y="0"/>
                    </a:moveTo>
                    <a:cubicBezTo>
                      <a:pt x="106" y="321"/>
                      <a:pt x="106" y="783"/>
                      <a:pt x="96" y="1265"/>
                    </a:cubicBezTo>
                    <a:cubicBezTo>
                      <a:pt x="94" y="1349"/>
                      <a:pt x="93" y="1434"/>
                      <a:pt x="90" y="1520"/>
                    </a:cubicBezTo>
                    <a:cubicBezTo>
                      <a:pt x="76" y="2008"/>
                      <a:pt x="54" y="2494"/>
                      <a:pt x="34" y="2858"/>
                    </a:cubicBezTo>
                    <a:cubicBezTo>
                      <a:pt x="16" y="3223"/>
                      <a:pt x="1" y="3466"/>
                      <a:pt x="1" y="3466"/>
                    </a:cubicBezTo>
                    <a:cubicBezTo>
                      <a:pt x="164" y="3615"/>
                      <a:pt x="369" y="3772"/>
                      <a:pt x="622" y="3916"/>
                    </a:cubicBezTo>
                    <a:cubicBezTo>
                      <a:pt x="1021" y="4144"/>
                      <a:pt x="1537" y="4339"/>
                      <a:pt x="2193" y="4420"/>
                    </a:cubicBezTo>
                    <a:cubicBezTo>
                      <a:pt x="2313" y="4506"/>
                      <a:pt x="2444" y="4650"/>
                      <a:pt x="2551" y="4778"/>
                    </a:cubicBezTo>
                    <a:cubicBezTo>
                      <a:pt x="2679" y="4934"/>
                      <a:pt x="2776" y="5070"/>
                      <a:pt x="2776" y="5070"/>
                    </a:cubicBezTo>
                    <a:lnTo>
                      <a:pt x="2507" y="5416"/>
                    </a:lnTo>
                    <a:cubicBezTo>
                      <a:pt x="2742" y="5776"/>
                      <a:pt x="3516" y="7032"/>
                      <a:pt x="3633" y="7781"/>
                    </a:cubicBezTo>
                    <a:cubicBezTo>
                      <a:pt x="3650" y="7132"/>
                      <a:pt x="3575" y="6081"/>
                      <a:pt x="3575" y="6081"/>
                    </a:cubicBezTo>
                    <a:cubicBezTo>
                      <a:pt x="3575" y="6081"/>
                      <a:pt x="3374" y="5903"/>
                      <a:pt x="3045" y="5608"/>
                    </a:cubicBezTo>
                    <a:cubicBezTo>
                      <a:pt x="3014" y="5354"/>
                      <a:pt x="2996" y="4971"/>
                      <a:pt x="2987" y="4698"/>
                    </a:cubicBezTo>
                    <a:cubicBezTo>
                      <a:pt x="2979" y="4512"/>
                      <a:pt x="2976" y="4379"/>
                      <a:pt x="2976" y="4379"/>
                    </a:cubicBezTo>
                    <a:cubicBezTo>
                      <a:pt x="3208" y="4296"/>
                      <a:pt x="3412" y="4174"/>
                      <a:pt x="3586" y="4041"/>
                    </a:cubicBezTo>
                    <a:cubicBezTo>
                      <a:pt x="3663" y="3983"/>
                      <a:pt x="3731" y="3923"/>
                      <a:pt x="3796" y="3864"/>
                    </a:cubicBezTo>
                    <a:cubicBezTo>
                      <a:pt x="3710" y="3829"/>
                      <a:pt x="3615" y="3784"/>
                      <a:pt x="3517" y="3728"/>
                    </a:cubicBezTo>
                    <a:cubicBezTo>
                      <a:pt x="3487" y="3595"/>
                      <a:pt x="3464" y="3442"/>
                      <a:pt x="3444" y="3283"/>
                    </a:cubicBezTo>
                    <a:cubicBezTo>
                      <a:pt x="3439" y="3249"/>
                      <a:pt x="3436" y="3215"/>
                      <a:pt x="3432" y="3183"/>
                    </a:cubicBezTo>
                    <a:cubicBezTo>
                      <a:pt x="3430" y="3159"/>
                      <a:pt x="3427" y="3134"/>
                      <a:pt x="3424" y="3110"/>
                    </a:cubicBezTo>
                    <a:cubicBezTo>
                      <a:pt x="2643" y="3020"/>
                      <a:pt x="1603" y="2500"/>
                      <a:pt x="330" y="1147"/>
                    </a:cubicBezTo>
                    <a:cubicBezTo>
                      <a:pt x="323" y="1139"/>
                      <a:pt x="319" y="1133"/>
                      <a:pt x="314" y="1126"/>
                    </a:cubicBezTo>
                    <a:cubicBezTo>
                      <a:pt x="279" y="1051"/>
                      <a:pt x="245" y="942"/>
                      <a:pt x="215" y="812"/>
                    </a:cubicBezTo>
                    <a:cubicBezTo>
                      <a:pt x="163" y="586"/>
                      <a:pt x="120" y="292"/>
                      <a:pt x="85" y="0"/>
                    </a:cubicBezTo>
                    <a:close/>
                  </a:path>
                </a:pathLst>
              </a:custGeom>
              <a:solidFill>
                <a:srgbClr val="F4A6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7"/>
              <p:cNvSpPr/>
              <p:nvPr/>
            </p:nvSpPr>
            <p:spPr>
              <a:xfrm>
                <a:off x="6878276" y="1510261"/>
                <a:ext cx="39897" cy="3225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688" extrusionOk="0">
                    <a:moveTo>
                      <a:pt x="203" y="0"/>
                    </a:moveTo>
                    <a:cubicBezTo>
                      <a:pt x="141" y="0"/>
                      <a:pt x="74" y="2"/>
                      <a:pt x="1" y="6"/>
                    </a:cubicBezTo>
                    <a:lnTo>
                      <a:pt x="1" y="7"/>
                    </a:lnTo>
                    <a:cubicBezTo>
                      <a:pt x="22" y="202"/>
                      <a:pt x="50" y="390"/>
                      <a:pt x="86" y="552"/>
                    </a:cubicBezTo>
                    <a:cubicBezTo>
                      <a:pt x="184" y="608"/>
                      <a:pt x="279" y="653"/>
                      <a:pt x="365" y="688"/>
                    </a:cubicBezTo>
                    <a:cubicBezTo>
                      <a:pt x="679" y="391"/>
                      <a:pt x="851" y="102"/>
                      <a:pt x="851" y="102"/>
                    </a:cubicBezTo>
                    <a:cubicBezTo>
                      <a:pt x="851" y="102"/>
                      <a:pt x="683" y="0"/>
                      <a:pt x="203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7"/>
              <p:cNvSpPr/>
              <p:nvPr/>
            </p:nvSpPr>
            <p:spPr>
              <a:xfrm>
                <a:off x="6692997" y="1494228"/>
                <a:ext cx="26114" cy="29677"/>
              </a:xfrm>
              <a:custGeom>
                <a:avLst/>
                <a:gdLst/>
                <a:ahLst/>
                <a:cxnLst/>
                <a:rect l="l" t="t" r="r" b="b"/>
                <a:pathLst>
                  <a:path w="557" h="633" extrusionOk="0">
                    <a:moveTo>
                      <a:pt x="142" y="0"/>
                    </a:moveTo>
                    <a:cubicBezTo>
                      <a:pt x="52" y="0"/>
                      <a:pt x="1" y="4"/>
                      <a:pt x="1" y="4"/>
                    </a:cubicBezTo>
                    <a:cubicBezTo>
                      <a:pt x="1" y="4"/>
                      <a:pt x="153" y="296"/>
                      <a:pt x="522" y="632"/>
                    </a:cubicBezTo>
                    <a:cubicBezTo>
                      <a:pt x="522" y="632"/>
                      <a:pt x="537" y="389"/>
                      <a:pt x="557" y="24"/>
                    </a:cubicBezTo>
                    <a:cubicBezTo>
                      <a:pt x="385" y="5"/>
                      <a:pt x="241" y="0"/>
                      <a:pt x="142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7"/>
              <p:cNvSpPr/>
              <p:nvPr/>
            </p:nvSpPr>
            <p:spPr>
              <a:xfrm>
                <a:off x="6395340" y="2175290"/>
                <a:ext cx="349790" cy="417442"/>
              </a:xfrm>
              <a:custGeom>
                <a:avLst/>
                <a:gdLst/>
                <a:ahLst/>
                <a:cxnLst/>
                <a:rect l="l" t="t" r="r" b="b"/>
                <a:pathLst>
                  <a:path w="7461" h="8904" extrusionOk="0">
                    <a:moveTo>
                      <a:pt x="872" y="0"/>
                    </a:moveTo>
                    <a:cubicBezTo>
                      <a:pt x="367" y="0"/>
                      <a:pt x="5" y="122"/>
                      <a:pt x="5" y="122"/>
                    </a:cubicBezTo>
                    <a:cubicBezTo>
                      <a:pt x="5" y="122"/>
                      <a:pt x="0" y="1273"/>
                      <a:pt x="208" y="1687"/>
                    </a:cubicBezTo>
                    <a:cubicBezTo>
                      <a:pt x="1731" y="4433"/>
                      <a:pt x="6209" y="8904"/>
                      <a:pt x="6209" y="8904"/>
                    </a:cubicBezTo>
                    <a:lnTo>
                      <a:pt x="7461" y="7847"/>
                    </a:lnTo>
                    <a:cubicBezTo>
                      <a:pt x="7233" y="7546"/>
                      <a:pt x="7021" y="7262"/>
                      <a:pt x="6823" y="6993"/>
                    </a:cubicBezTo>
                    <a:cubicBezTo>
                      <a:pt x="6797" y="6957"/>
                      <a:pt x="6771" y="6921"/>
                      <a:pt x="6745" y="6886"/>
                    </a:cubicBezTo>
                    <a:cubicBezTo>
                      <a:pt x="4443" y="3732"/>
                      <a:pt x="4163" y="2686"/>
                      <a:pt x="3206" y="1298"/>
                    </a:cubicBezTo>
                    <a:cubicBezTo>
                      <a:pt x="2992" y="986"/>
                      <a:pt x="2763" y="744"/>
                      <a:pt x="2529" y="556"/>
                    </a:cubicBezTo>
                    <a:cubicBezTo>
                      <a:pt x="1975" y="113"/>
                      <a:pt x="1358" y="0"/>
                      <a:pt x="872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7"/>
              <p:cNvSpPr/>
              <p:nvPr/>
            </p:nvSpPr>
            <p:spPr>
              <a:xfrm>
                <a:off x="6395527" y="2020437"/>
                <a:ext cx="145195" cy="180966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3860" extrusionOk="0">
                    <a:moveTo>
                      <a:pt x="1705" y="1"/>
                    </a:moveTo>
                    <a:cubicBezTo>
                      <a:pt x="1534" y="1"/>
                      <a:pt x="1041" y="288"/>
                      <a:pt x="279" y="288"/>
                    </a:cubicBezTo>
                    <a:cubicBezTo>
                      <a:pt x="230" y="288"/>
                      <a:pt x="181" y="287"/>
                      <a:pt x="131" y="285"/>
                    </a:cubicBezTo>
                    <a:cubicBezTo>
                      <a:pt x="117" y="566"/>
                      <a:pt x="112" y="873"/>
                      <a:pt x="112" y="1180"/>
                    </a:cubicBezTo>
                    <a:cubicBezTo>
                      <a:pt x="114" y="2251"/>
                      <a:pt x="1" y="3425"/>
                      <a:pt x="1" y="3425"/>
                    </a:cubicBezTo>
                    <a:cubicBezTo>
                      <a:pt x="1" y="3425"/>
                      <a:pt x="363" y="3303"/>
                      <a:pt x="868" y="3303"/>
                    </a:cubicBezTo>
                    <a:cubicBezTo>
                      <a:pt x="1354" y="3303"/>
                      <a:pt x="1971" y="3416"/>
                      <a:pt x="2525" y="3859"/>
                    </a:cubicBezTo>
                    <a:cubicBezTo>
                      <a:pt x="2526" y="3136"/>
                      <a:pt x="2765" y="1833"/>
                      <a:pt x="2968" y="855"/>
                    </a:cubicBezTo>
                    <a:cubicBezTo>
                      <a:pt x="2976" y="818"/>
                      <a:pt x="2984" y="783"/>
                      <a:pt x="2991" y="746"/>
                    </a:cubicBezTo>
                    <a:cubicBezTo>
                      <a:pt x="3028" y="570"/>
                      <a:pt x="3065" y="405"/>
                      <a:pt x="3097" y="259"/>
                    </a:cubicBezTo>
                    <a:lnTo>
                      <a:pt x="3097" y="259"/>
                    </a:lnTo>
                    <a:cubicBezTo>
                      <a:pt x="3065" y="266"/>
                      <a:pt x="3031" y="275"/>
                      <a:pt x="2997" y="285"/>
                    </a:cubicBezTo>
                    <a:cubicBezTo>
                      <a:pt x="2824" y="334"/>
                      <a:pt x="2659" y="375"/>
                      <a:pt x="2505" y="410"/>
                    </a:cubicBezTo>
                    <a:cubicBezTo>
                      <a:pt x="2087" y="502"/>
                      <a:pt x="1746" y="542"/>
                      <a:pt x="1511" y="542"/>
                    </a:cubicBezTo>
                    <a:cubicBezTo>
                      <a:pt x="1298" y="542"/>
                      <a:pt x="1171" y="510"/>
                      <a:pt x="1150" y="454"/>
                    </a:cubicBezTo>
                    <a:cubicBezTo>
                      <a:pt x="1095" y="314"/>
                      <a:pt x="1789" y="295"/>
                      <a:pt x="1771" y="58"/>
                    </a:cubicBezTo>
                    <a:cubicBezTo>
                      <a:pt x="1768" y="17"/>
                      <a:pt x="1746" y="1"/>
                      <a:pt x="1705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7"/>
              <p:cNvSpPr/>
              <p:nvPr/>
            </p:nvSpPr>
            <p:spPr>
              <a:xfrm>
                <a:off x="6400778" y="2020437"/>
                <a:ext cx="139944" cy="55368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1181" extrusionOk="0">
                    <a:moveTo>
                      <a:pt x="1593" y="1"/>
                    </a:moveTo>
                    <a:cubicBezTo>
                      <a:pt x="1423" y="1"/>
                      <a:pt x="931" y="288"/>
                      <a:pt x="170" y="288"/>
                    </a:cubicBezTo>
                    <a:cubicBezTo>
                      <a:pt x="121" y="288"/>
                      <a:pt x="70" y="287"/>
                      <a:pt x="19" y="285"/>
                    </a:cubicBezTo>
                    <a:cubicBezTo>
                      <a:pt x="5" y="566"/>
                      <a:pt x="0" y="873"/>
                      <a:pt x="0" y="1180"/>
                    </a:cubicBezTo>
                    <a:cubicBezTo>
                      <a:pt x="647" y="828"/>
                      <a:pt x="1300" y="728"/>
                      <a:pt x="1829" y="728"/>
                    </a:cubicBezTo>
                    <a:cubicBezTo>
                      <a:pt x="2299" y="728"/>
                      <a:pt x="2671" y="807"/>
                      <a:pt x="2856" y="855"/>
                    </a:cubicBezTo>
                    <a:cubicBezTo>
                      <a:pt x="2864" y="818"/>
                      <a:pt x="2872" y="783"/>
                      <a:pt x="2879" y="748"/>
                    </a:cubicBezTo>
                    <a:cubicBezTo>
                      <a:pt x="2916" y="570"/>
                      <a:pt x="2953" y="405"/>
                      <a:pt x="2985" y="259"/>
                    </a:cubicBezTo>
                    <a:lnTo>
                      <a:pt x="2985" y="259"/>
                    </a:lnTo>
                    <a:cubicBezTo>
                      <a:pt x="2953" y="268"/>
                      <a:pt x="2919" y="275"/>
                      <a:pt x="2885" y="286"/>
                    </a:cubicBezTo>
                    <a:cubicBezTo>
                      <a:pt x="2712" y="335"/>
                      <a:pt x="2547" y="376"/>
                      <a:pt x="2393" y="410"/>
                    </a:cubicBezTo>
                    <a:cubicBezTo>
                      <a:pt x="1975" y="502"/>
                      <a:pt x="1635" y="542"/>
                      <a:pt x="1399" y="542"/>
                    </a:cubicBezTo>
                    <a:cubicBezTo>
                      <a:pt x="1187" y="542"/>
                      <a:pt x="1060" y="510"/>
                      <a:pt x="1038" y="454"/>
                    </a:cubicBezTo>
                    <a:cubicBezTo>
                      <a:pt x="983" y="314"/>
                      <a:pt x="1677" y="295"/>
                      <a:pt x="1659" y="58"/>
                    </a:cubicBezTo>
                    <a:cubicBezTo>
                      <a:pt x="1656" y="17"/>
                      <a:pt x="1634" y="1"/>
                      <a:pt x="159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7"/>
              <p:cNvSpPr/>
              <p:nvPr/>
            </p:nvSpPr>
            <p:spPr>
              <a:xfrm>
                <a:off x="6535753" y="2027516"/>
                <a:ext cx="73277" cy="27989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597" extrusionOk="0">
                    <a:moveTo>
                      <a:pt x="881" y="0"/>
                    </a:moveTo>
                    <a:cubicBezTo>
                      <a:pt x="871" y="0"/>
                      <a:pt x="861" y="0"/>
                      <a:pt x="850" y="1"/>
                    </a:cubicBezTo>
                    <a:lnTo>
                      <a:pt x="821" y="1"/>
                    </a:lnTo>
                    <a:cubicBezTo>
                      <a:pt x="812" y="2"/>
                      <a:pt x="804" y="2"/>
                      <a:pt x="797" y="2"/>
                    </a:cubicBezTo>
                    <a:cubicBezTo>
                      <a:pt x="786" y="2"/>
                      <a:pt x="777" y="2"/>
                      <a:pt x="766" y="4"/>
                    </a:cubicBezTo>
                    <a:lnTo>
                      <a:pt x="757" y="4"/>
                    </a:lnTo>
                    <a:cubicBezTo>
                      <a:pt x="746" y="4"/>
                      <a:pt x="736" y="5"/>
                      <a:pt x="725" y="5"/>
                    </a:cubicBezTo>
                    <a:cubicBezTo>
                      <a:pt x="722" y="5"/>
                      <a:pt x="717" y="5"/>
                      <a:pt x="713" y="7"/>
                    </a:cubicBezTo>
                    <a:cubicBezTo>
                      <a:pt x="705" y="7"/>
                      <a:pt x="696" y="7"/>
                      <a:pt x="687" y="8"/>
                    </a:cubicBezTo>
                    <a:cubicBezTo>
                      <a:pt x="677" y="8"/>
                      <a:pt x="667" y="10"/>
                      <a:pt x="658" y="11"/>
                    </a:cubicBezTo>
                    <a:cubicBezTo>
                      <a:pt x="645" y="11"/>
                      <a:pt x="635" y="13"/>
                      <a:pt x="624" y="14"/>
                    </a:cubicBezTo>
                    <a:cubicBezTo>
                      <a:pt x="610" y="14"/>
                      <a:pt x="596" y="16"/>
                      <a:pt x="583" y="17"/>
                    </a:cubicBezTo>
                    <a:cubicBezTo>
                      <a:pt x="440" y="34"/>
                      <a:pt x="281" y="63"/>
                      <a:pt x="106" y="108"/>
                    </a:cubicBezTo>
                    <a:cubicBezTo>
                      <a:pt x="74" y="254"/>
                      <a:pt x="37" y="419"/>
                      <a:pt x="0" y="595"/>
                    </a:cubicBezTo>
                    <a:lnTo>
                      <a:pt x="0" y="597"/>
                    </a:lnTo>
                    <a:cubicBezTo>
                      <a:pt x="307" y="565"/>
                      <a:pt x="557" y="522"/>
                      <a:pt x="758" y="475"/>
                    </a:cubicBezTo>
                    <a:cubicBezTo>
                      <a:pt x="1396" y="326"/>
                      <a:pt x="1563" y="135"/>
                      <a:pt x="1563" y="135"/>
                    </a:cubicBezTo>
                    <a:cubicBezTo>
                      <a:pt x="1555" y="131"/>
                      <a:pt x="1337" y="0"/>
                      <a:pt x="8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7"/>
              <p:cNvSpPr/>
              <p:nvPr/>
            </p:nvSpPr>
            <p:spPr>
              <a:xfrm>
                <a:off x="6380572" y="1598588"/>
                <a:ext cx="271965" cy="447259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9540" extrusionOk="0">
                    <a:moveTo>
                      <a:pt x="3127" y="1"/>
                    </a:moveTo>
                    <a:cubicBezTo>
                      <a:pt x="0" y="1770"/>
                      <a:pt x="243" y="8122"/>
                      <a:pt x="219" y="9263"/>
                    </a:cubicBezTo>
                    <a:cubicBezTo>
                      <a:pt x="297" y="9273"/>
                      <a:pt x="375" y="9280"/>
                      <a:pt x="448" y="9283"/>
                    </a:cubicBezTo>
                    <a:cubicBezTo>
                      <a:pt x="499" y="9285"/>
                      <a:pt x="549" y="9286"/>
                      <a:pt x="598" y="9286"/>
                    </a:cubicBezTo>
                    <a:cubicBezTo>
                      <a:pt x="939" y="9286"/>
                      <a:pt x="1225" y="9229"/>
                      <a:pt x="1454" y="9166"/>
                    </a:cubicBezTo>
                    <a:cubicBezTo>
                      <a:pt x="1737" y="9087"/>
                      <a:pt x="1930" y="8999"/>
                      <a:pt x="2024" y="8999"/>
                    </a:cubicBezTo>
                    <a:cubicBezTo>
                      <a:pt x="2065" y="8999"/>
                      <a:pt x="2087" y="9015"/>
                      <a:pt x="2090" y="9056"/>
                    </a:cubicBezTo>
                    <a:cubicBezTo>
                      <a:pt x="2107" y="9278"/>
                      <a:pt x="1503" y="9309"/>
                      <a:pt x="1468" y="9425"/>
                    </a:cubicBezTo>
                    <a:cubicBezTo>
                      <a:pt x="1465" y="9434"/>
                      <a:pt x="1465" y="9443"/>
                      <a:pt x="1468" y="9452"/>
                    </a:cubicBezTo>
                    <a:cubicBezTo>
                      <a:pt x="1490" y="9508"/>
                      <a:pt x="1616" y="9540"/>
                      <a:pt x="1828" y="9540"/>
                    </a:cubicBezTo>
                    <a:cubicBezTo>
                      <a:pt x="2019" y="9540"/>
                      <a:pt x="2280" y="9513"/>
                      <a:pt x="2595" y="9454"/>
                    </a:cubicBezTo>
                    <a:cubicBezTo>
                      <a:pt x="2668" y="9440"/>
                      <a:pt x="2744" y="9425"/>
                      <a:pt x="2824" y="9408"/>
                    </a:cubicBezTo>
                    <a:cubicBezTo>
                      <a:pt x="2978" y="9373"/>
                      <a:pt x="3143" y="9332"/>
                      <a:pt x="3316" y="9283"/>
                    </a:cubicBezTo>
                    <a:cubicBezTo>
                      <a:pt x="3350" y="9273"/>
                      <a:pt x="3384" y="9264"/>
                      <a:pt x="3416" y="9257"/>
                    </a:cubicBezTo>
                    <a:cubicBezTo>
                      <a:pt x="3591" y="9212"/>
                      <a:pt x="3749" y="9183"/>
                      <a:pt x="3893" y="9166"/>
                    </a:cubicBezTo>
                    <a:cubicBezTo>
                      <a:pt x="4003" y="9154"/>
                      <a:pt x="4103" y="9149"/>
                      <a:pt x="4194" y="9149"/>
                    </a:cubicBezTo>
                    <a:cubicBezTo>
                      <a:pt x="4648" y="9149"/>
                      <a:pt x="4865" y="9279"/>
                      <a:pt x="4873" y="9283"/>
                    </a:cubicBezTo>
                    <a:cubicBezTo>
                      <a:pt x="4873" y="9283"/>
                      <a:pt x="5374" y="7968"/>
                      <a:pt x="5710" y="4537"/>
                    </a:cubicBezTo>
                    <a:cubicBezTo>
                      <a:pt x="5801" y="3630"/>
                      <a:pt x="5662" y="2886"/>
                      <a:pt x="5409" y="2282"/>
                    </a:cubicBezTo>
                    <a:cubicBezTo>
                      <a:pt x="5261" y="1929"/>
                      <a:pt x="5074" y="1621"/>
                      <a:pt x="4873" y="1360"/>
                    </a:cubicBezTo>
                    <a:cubicBezTo>
                      <a:pt x="4873" y="1358"/>
                      <a:pt x="4873" y="1358"/>
                      <a:pt x="4873" y="1358"/>
                    </a:cubicBezTo>
                    <a:cubicBezTo>
                      <a:pt x="4287" y="602"/>
                      <a:pt x="3570" y="206"/>
                      <a:pt x="3270" y="64"/>
                    </a:cubicBezTo>
                    <a:cubicBezTo>
                      <a:pt x="3179" y="21"/>
                      <a:pt x="3127" y="1"/>
                      <a:pt x="31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7"/>
              <p:cNvSpPr/>
              <p:nvPr/>
            </p:nvSpPr>
            <p:spPr>
              <a:xfrm>
                <a:off x="6448739" y="2020437"/>
                <a:ext cx="30614" cy="20113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29" extrusionOk="0">
                    <a:moveTo>
                      <a:pt x="570" y="1"/>
                    </a:moveTo>
                    <a:cubicBezTo>
                      <a:pt x="476" y="1"/>
                      <a:pt x="283" y="89"/>
                      <a:pt x="0" y="168"/>
                    </a:cubicBezTo>
                    <a:lnTo>
                      <a:pt x="14" y="428"/>
                    </a:lnTo>
                    <a:cubicBezTo>
                      <a:pt x="49" y="311"/>
                      <a:pt x="653" y="280"/>
                      <a:pt x="636" y="58"/>
                    </a:cubicBezTo>
                    <a:cubicBezTo>
                      <a:pt x="633" y="17"/>
                      <a:pt x="611" y="1"/>
                      <a:pt x="5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7"/>
              <p:cNvSpPr/>
              <p:nvPr/>
            </p:nvSpPr>
            <p:spPr>
              <a:xfrm>
                <a:off x="6721173" y="2576369"/>
                <a:ext cx="134740" cy="111112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2370" extrusionOk="0">
                    <a:moveTo>
                      <a:pt x="2856" y="0"/>
                    </a:moveTo>
                    <a:cubicBezTo>
                      <a:pt x="2851" y="0"/>
                      <a:pt x="2847" y="2"/>
                      <a:pt x="2844" y="6"/>
                    </a:cubicBezTo>
                    <a:cubicBezTo>
                      <a:pt x="2813" y="44"/>
                      <a:pt x="2696" y="190"/>
                      <a:pt x="2477" y="424"/>
                    </a:cubicBezTo>
                    <a:cubicBezTo>
                      <a:pt x="2474" y="425"/>
                      <a:pt x="2473" y="427"/>
                      <a:pt x="2471" y="430"/>
                    </a:cubicBezTo>
                    <a:cubicBezTo>
                      <a:pt x="2300" y="612"/>
                      <a:pt x="2121" y="792"/>
                      <a:pt x="1937" y="965"/>
                    </a:cubicBezTo>
                    <a:cubicBezTo>
                      <a:pt x="1520" y="1358"/>
                      <a:pt x="884" y="1897"/>
                      <a:pt x="227" y="2237"/>
                    </a:cubicBezTo>
                    <a:lnTo>
                      <a:pt x="225" y="2237"/>
                    </a:lnTo>
                    <a:cubicBezTo>
                      <a:pt x="153" y="2274"/>
                      <a:pt x="81" y="2309"/>
                      <a:pt x="11" y="2339"/>
                    </a:cubicBezTo>
                    <a:cubicBezTo>
                      <a:pt x="3" y="2342"/>
                      <a:pt x="0" y="2351"/>
                      <a:pt x="3" y="2361"/>
                    </a:cubicBezTo>
                    <a:cubicBezTo>
                      <a:pt x="6" y="2365"/>
                      <a:pt x="11" y="2370"/>
                      <a:pt x="17" y="2370"/>
                    </a:cubicBezTo>
                    <a:cubicBezTo>
                      <a:pt x="20" y="2370"/>
                      <a:pt x="22" y="2368"/>
                      <a:pt x="23" y="2368"/>
                    </a:cubicBezTo>
                    <a:cubicBezTo>
                      <a:pt x="95" y="2336"/>
                      <a:pt x="169" y="2301"/>
                      <a:pt x="242" y="2264"/>
                    </a:cubicBezTo>
                    <a:cubicBezTo>
                      <a:pt x="902" y="1923"/>
                      <a:pt x="1540" y="1382"/>
                      <a:pt x="1959" y="988"/>
                    </a:cubicBezTo>
                    <a:cubicBezTo>
                      <a:pt x="2142" y="813"/>
                      <a:pt x="2323" y="633"/>
                      <a:pt x="2494" y="451"/>
                    </a:cubicBezTo>
                    <a:cubicBezTo>
                      <a:pt x="2717" y="213"/>
                      <a:pt x="2836" y="64"/>
                      <a:pt x="2869" y="25"/>
                    </a:cubicBezTo>
                    <a:cubicBezTo>
                      <a:pt x="2873" y="18"/>
                      <a:pt x="2872" y="9"/>
                      <a:pt x="2865" y="3"/>
                    </a:cubicBezTo>
                    <a:cubicBezTo>
                      <a:pt x="2863" y="1"/>
                      <a:pt x="2859" y="0"/>
                      <a:pt x="28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7"/>
              <p:cNvSpPr/>
              <p:nvPr/>
            </p:nvSpPr>
            <p:spPr>
              <a:xfrm>
                <a:off x="6686386" y="2543177"/>
                <a:ext cx="178763" cy="138069"/>
              </a:xfrm>
              <a:custGeom>
                <a:avLst/>
                <a:gdLst/>
                <a:ahLst/>
                <a:cxnLst/>
                <a:rect l="l" t="t" r="r" b="b"/>
                <a:pathLst>
                  <a:path w="3813" h="2945" extrusionOk="0">
                    <a:moveTo>
                      <a:pt x="3219" y="1132"/>
                    </a:moveTo>
                    <a:lnTo>
                      <a:pt x="3213" y="1138"/>
                    </a:lnTo>
                    <a:cubicBezTo>
                      <a:pt x="3215" y="1135"/>
                      <a:pt x="3216" y="1133"/>
                      <a:pt x="3219" y="1132"/>
                    </a:cubicBezTo>
                    <a:close/>
                    <a:moveTo>
                      <a:pt x="1253" y="0"/>
                    </a:moveTo>
                    <a:cubicBezTo>
                      <a:pt x="1253" y="0"/>
                      <a:pt x="570" y="577"/>
                      <a:pt x="1" y="1057"/>
                    </a:cubicBezTo>
                    <a:cubicBezTo>
                      <a:pt x="427" y="2122"/>
                      <a:pt x="898" y="2841"/>
                      <a:pt x="967" y="2945"/>
                    </a:cubicBezTo>
                    <a:cubicBezTo>
                      <a:pt x="967" y="2945"/>
                      <a:pt x="969" y="2945"/>
                      <a:pt x="969" y="2943"/>
                    </a:cubicBezTo>
                    <a:cubicBezTo>
                      <a:pt x="1626" y="2605"/>
                      <a:pt x="2262" y="2066"/>
                      <a:pt x="2679" y="1673"/>
                    </a:cubicBezTo>
                    <a:cubicBezTo>
                      <a:pt x="2773" y="1839"/>
                      <a:pt x="2892" y="2024"/>
                      <a:pt x="2996" y="2183"/>
                    </a:cubicBezTo>
                    <a:cubicBezTo>
                      <a:pt x="3060" y="2281"/>
                      <a:pt x="3121" y="2373"/>
                      <a:pt x="3176" y="2454"/>
                    </a:cubicBezTo>
                    <a:cubicBezTo>
                      <a:pt x="3259" y="2573"/>
                      <a:pt x="3392" y="2638"/>
                      <a:pt x="3528" y="2638"/>
                    </a:cubicBezTo>
                    <a:cubicBezTo>
                      <a:pt x="3603" y="2638"/>
                      <a:pt x="3679" y="2618"/>
                      <a:pt x="3748" y="2576"/>
                    </a:cubicBezTo>
                    <a:cubicBezTo>
                      <a:pt x="3794" y="2549"/>
                      <a:pt x="3812" y="2492"/>
                      <a:pt x="3791" y="2443"/>
                    </a:cubicBezTo>
                    <a:lnTo>
                      <a:pt x="3471" y="1714"/>
                    </a:lnTo>
                    <a:lnTo>
                      <a:pt x="3219" y="1132"/>
                    </a:lnTo>
                    <a:cubicBezTo>
                      <a:pt x="2886" y="193"/>
                      <a:pt x="1253" y="0"/>
                      <a:pt x="1253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7"/>
              <p:cNvSpPr/>
              <p:nvPr/>
            </p:nvSpPr>
            <p:spPr>
              <a:xfrm>
                <a:off x="6669649" y="2276931"/>
                <a:ext cx="2532" cy="4594"/>
              </a:xfrm>
              <a:custGeom>
                <a:avLst/>
                <a:gdLst/>
                <a:ahLst/>
                <a:cxnLst/>
                <a:rect l="l" t="t" r="r" b="b"/>
                <a:pathLst>
                  <a:path w="54" h="98" extrusionOk="0">
                    <a:moveTo>
                      <a:pt x="8" y="0"/>
                    </a:moveTo>
                    <a:cubicBezTo>
                      <a:pt x="7" y="0"/>
                      <a:pt x="6" y="1"/>
                      <a:pt x="5" y="1"/>
                    </a:cubicBezTo>
                    <a:cubicBezTo>
                      <a:pt x="2" y="4"/>
                      <a:pt x="0" y="9"/>
                      <a:pt x="2" y="12"/>
                    </a:cubicBezTo>
                    <a:cubicBezTo>
                      <a:pt x="14" y="39"/>
                      <a:pt x="26" y="65"/>
                      <a:pt x="38" y="90"/>
                    </a:cubicBezTo>
                    <a:lnTo>
                      <a:pt x="38" y="93"/>
                    </a:lnTo>
                    <a:cubicBezTo>
                      <a:pt x="40" y="94"/>
                      <a:pt x="43" y="97"/>
                      <a:pt x="46" y="97"/>
                    </a:cubicBezTo>
                    <a:lnTo>
                      <a:pt x="46" y="96"/>
                    </a:lnTo>
                    <a:lnTo>
                      <a:pt x="49" y="96"/>
                    </a:lnTo>
                    <a:cubicBezTo>
                      <a:pt x="52" y="94"/>
                      <a:pt x="54" y="91"/>
                      <a:pt x="54" y="88"/>
                    </a:cubicBezTo>
                    <a:cubicBezTo>
                      <a:pt x="54" y="88"/>
                      <a:pt x="54" y="87"/>
                      <a:pt x="52" y="85"/>
                    </a:cubicBezTo>
                    <a:cubicBezTo>
                      <a:pt x="46" y="71"/>
                      <a:pt x="38" y="56"/>
                      <a:pt x="32" y="41"/>
                    </a:cubicBezTo>
                    <a:lnTo>
                      <a:pt x="15" y="6"/>
                    </a:lnTo>
                    <a:cubicBezTo>
                      <a:pt x="14" y="2"/>
                      <a:pt x="11" y="0"/>
                      <a:pt x="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7"/>
              <p:cNvSpPr/>
              <p:nvPr/>
            </p:nvSpPr>
            <p:spPr>
              <a:xfrm>
                <a:off x="7064916" y="2168960"/>
                <a:ext cx="92827" cy="88842"/>
              </a:xfrm>
              <a:custGeom>
                <a:avLst/>
                <a:gdLst/>
                <a:ahLst/>
                <a:cxnLst/>
                <a:rect l="l" t="t" r="r" b="b"/>
                <a:pathLst>
                  <a:path w="1980" h="1895" extrusionOk="0">
                    <a:moveTo>
                      <a:pt x="20" y="0"/>
                    </a:moveTo>
                    <a:cubicBezTo>
                      <a:pt x="15" y="0"/>
                      <a:pt x="9" y="3"/>
                      <a:pt x="5" y="8"/>
                    </a:cubicBezTo>
                    <a:cubicBezTo>
                      <a:pt x="1" y="15"/>
                      <a:pt x="4" y="26"/>
                      <a:pt x="12" y="29"/>
                    </a:cubicBezTo>
                    <a:cubicBezTo>
                      <a:pt x="22" y="35"/>
                      <a:pt x="1028" y="586"/>
                      <a:pt x="1949" y="1888"/>
                    </a:cubicBezTo>
                    <a:cubicBezTo>
                      <a:pt x="1952" y="1893"/>
                      <a:pt x="1956" y="1894"/>
                      <a:pt x="1961" y="1894"/>
                    </a:cubicBezTo>
                    <a:cubicBezTo>
                      <a:pt x="1964" y="1894"/>
                      <a:pt x="1967" y="1894"/>
                      <a:pt x="1970" y="1891"/>
                    </a:cubicBezTo>
                    <a:cubicBezTo>
                      <a:pt x="1978" y="1887"/>
                      <a:pt x="1979" y="1877"/>
                      <a:pt x="1973" y="1870"/>
                    </a:cubicBezTo>
                    <a:cubicBezTo>
                      <a:pt x="1048" y="561"/>
                      <a:pt x="36" y="8"/>
                      <a:pt x="27" y="2"/>
                    </a:cubicBezTo>
                    <a:cubicBezTo>
                      <a:pt x="25" y="1"/>
                      <a:pt x="23" y="0"/>
                      <a:pt x="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7"/>
              <p:cNvSpPr/>
              <p:nvPr/>
            </p:nvSpPr>
            <p:spPr>
              <a:xfrm>
                <a:off x="7046069" y="2097558"/>
                <a:ext cx="57853" cy="82513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760" extrusionOk="0">
                    <a:moveTo>
                      <a:pt x="18" y="0"/>
                    </a:moveTo>
                    <a:cubicBezTo>
                      <a:pt x="14" y="0"/>
                      <a:pt x="10" y="2"/>
                      <a:pt x="7" y="5"/>
                    </a:cubicBezTo>
                    <a:cubicBezTo>
                      <a:pt x="1" y="11"/>
                      <a:pt x="1" y="20"/>
                      <a:pt x="7" y="26"/>
                    </a:cubicBezTo>
                    <a:cubicBezTo>
                      <a:pt x="625" y="627"/>
                      <a:pt x="1196" y="1740"/>
                      <a:pt x="1201" y="1751"/>
                    </a:cubicBezTo>
                    <a:cubicBezTo>
                      <a:pt x="1204" y="1757"/>
                      <a:pt x="1210" y="1760"/>
                      <a:pt x="1215" y="1760"/>
                    </a:cubicBezTo>
                    <a:cubicBezTo>
                      <a:pt x="1218" y="1760"/>
                      <a:pt x="1221" y="1758"/>
                      <a:pt x="1222" y="1757"/>
                    </a:cubicBezTo>
                    <a:cubicBezTo>
                      <a:pt x="1230" y="1754"/>
                      <a:pt x="1233" y="1745"/>
                      <a:pt x="1228" y="1737"/>
                    </a:cubicBezTo>
                    <a:cubicBezTo>
                      <a:pt x="1224" y="1725"/>
                      <a:pt x="651" y="609"/>
                      <a:pt x="28" y="3"/>
                    </a:cubicBezTo>
                    <a:cubicBezTo>
                      <a:pt x="25" y="1"/>
                      <a:pt x="22" y="0"/>
                      <a:pt x="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7"/>
              <p:cNvSpPr/>
              <p:nvPr/>
            </p:nvSpPr>
            <p:spPr>
              <a:xfrm>
                <a:off x="6571290" y="1705527"/>
                <a:ext cx="266480" cy="750073"/>
              </a:xfrm>
              <a:custGeom>
                <a:avLst/>
                <a:gdLst/>
                <a:ahLst/>
                <a:cxnLst/>
                <a:rect l="l" t="t" r="r" b="b"/>
                <a:pathLst>
                  <a:path w="5684" h="15999" extrusionOk="0">
                    <a:moveTo>
                      <a:pt x="1341" y="1"/>
                    </a:moveTo>
                    <a:lnTo>
                      <a:pt x="1341" y="1"/>
                    </a:lnTo>
                    <a:cubicBezTo>
                      <a:pt x="1594" y="606"/>
                      <a:pt x="1733" y="1351"/>
                      <a:pt x="1642" y="2258"/>
                    </a:cubicBezTo>
                    <a:cubicBezTo>
                      <a:pt x="1306" y="5687"/>
                      <a:pt x="805" y="7003"/>
                      <a:pt x="805" y="7003"/>
                    </a:cubicBezTo>
                    <a:cubicBezTo>
                      <a:pt x="805" y="7003"/>
                      <a:pt x="638" y="7194"/>
                      <a:pt x="0" y="7343"/>
                    </a:cubicBezTo>
                    <a:cubicBezTo>
                      <a:pt x="17" y="7384"/>
                      <a:pt x="33" y="7424"/>
                      <a:pt x="49" y="7465"/>
                    </a:cubicBezTo>
                    <a:cubicBezTo>
                      <a:pt x="155" y="7732"/>
                      <a:pt x="265" y="8005"/>
                      <a:pt x="378" y="8278"/>
                    </a:cubicBezTo>
                    <a:cubicBezTo>
                      <a:pt x="387" y="8300"/>
                      <a:pt x="396" y="8323"/>
                      <a:pt x="406" y="8345"/>
                    </a:cubicBezTo>
                    <a:cubicBezTo>
                      <a:pt x="481" y="8527"/>
                      <a:pt x="557" y="8708"/>
                      <a:pt x="633" y="8890"/>
                    </a:cubicBezTo>
                    <a:cubicBezTo>
                      <a:pt x="670" y="8974"/>
                      <a:pt x="705" y="9058"/>
                      <a:pt x="742" y="9142"/>
                    </a:cubicBezTo>
                    <a:cubicBezTo>
                      <a:pt x="802" y="9283"/>
                      <a:pt x="861" y="9422"/>
                      <a:pt x="921" y="9559"/>
                    </a:cubicBezTo>
                    <a:cubicBezTo>
                      <a:pt x="932" y="9584"/>
                      <a:pt x="942" y="9608"/>
                      <a:pt x="953" y="9631"/>
                    </a:cubicBezTo>
                    <a:cubicBezTo>
                      <a:pt x="1127" y="10035"/>
                      <a:pt x="1302" y="10428"/>
                      <a:pt x="1467" y="10796"/>
                    </a:cubicBezTo>
                    <a:cubicBezTo>
                      <a:pt x="1479" y="10821"/>
                      <a:pt x="1490" y="10845"/>
                      <a:pt x="1500" y="10871"/>
                    </a:cubicBezTo>
                    <a:cubicBezTo>
                      <a:pt x="1516" y="10903"/>
                      <a:pt x="1531" y="10935"/>
                      <a:pt x="1545" y="10967"/>
                    </a:cubicBezTo>
                    <a:cubicBezTo>
                      <a:pt x="1558" y="10997"/>
                      <a:pt x="1571" y="11027"/>
                      <a:pt x="1584" y="11056"/>
                    </a:cubicBezTo>
                    <a:cubicBezTo>
                      <a:pt x="1591" y="11068"/>
                      <a:pt x="1595" y="11081"/>
                      <a:pt x="1601" y="11093"/>
                    </a:cubicBezTo>
                    <a:cubicBezTo>
                      <a:pt x="1609" y="11110"/>
                      <a:pt x="1616" y="11126"/>
                      <a:pt x="1624" y="11145"/>
                    </a:cubicBezTo>
                    <a:cubicBezTo>
                      <a:pt x="1649" y="11198"/>
                      <a:pt x="1673" y="11253"/>
                      <a:pt x="1698" y="11307"/>
                    </a:cubicBezTo>
                    <a:cubicBezTo>
                      <a:pt x="1707" y="11325"/>
                      <a:pt x="1714" y="11344"/>
                      <a:pt x="1724" y="11362"/>
                    </a:cubicBezTo>
                    <a:cubicBezTo>
                      <a:pt x="1831" y="11599"/>
                      <a:pt x="1933" y="11821"/>
                      <a:pt x="2026" y="12024"/>
                    </a:cubicBezTo>
                    <a:cubicBezTo>
                      <a:pt x="2035" y="12044"/>
                      <a:pt x="2045" y="12064"/>
                      <a:pt x="2054" y="12082"/>
                    </a:cubicBezTo>
                    <a:cubicBezTo>
                      <a:pt x="2072" y="12122"/>
                      <a:pt x="2089" y="12160"/>
                      <a:pt x="2107" y="12197"/>
                    </a:cubicBezTo>
                    <a:cubicBezTo>
                      <a:pt x="2119" y="12224"/>
                      <a:pt x="2132" y="12250"/>
                      <a:pt x="2144" y="12276"/>
                    </a:cubicBezTo>
                    <a:cubicBezTo>
                      <a:pt x="2173" y="12340"/>
                      <a:pt x="2202" y="12403"/>
                      <a:pt x="2230" y="12461"/>
                    </a:cubicBezTo>
                    <a:cubicBezTo>
                      <a:pt x="2236" y="12475"/>
                      <a:pt x="2243" y="12490"/>
                      <a:pt x="2249" y="12504"/>
                    </a:cubicBezTo>
                    <a:cubicBezTo>
                      <a:pt x="2265" y="12539"/>
                      <a:pt x="2282" y="12573"/>
                      <a:pt x="2297" y="12605"/>
                    </a:cubicBezTo>
                    <a:cubicBezTo>
                      <a:pt x="2301" y="12616"/>
                      <a:pt x="2306" y="12626"/>
                      <a:pt x="2311" y="12637"/>
                    </a:cubicBezTo>
                    <a:cubicBezTo>
                      <a:pt x="2320" y="12657"/>
                      <a:pt x="2329" y="12675"/>
                      <a:pt x="2338" y="12694"/>
                    </a:cubicBezTo>
                    <a:cubicBezTo>
                      <a:pt x="2341" y="12701"/>
                      <a:pt x="2344" y="12707"/>
                      <a:pt x="2347" y="12715"/>
                    </a:cubicBezTo>
                    <a:cubicBezTo>
                      <a:pt x="2382" y="12787"/>
                      <a:pt x="2413" y="12854"/>
                      <a:pt x="2441" y="12912"/>
                    </a:cubicBezTo>
                    <a:cubicBezTo>
                      <a:pt x="2445" y="12921"/>
                      <a:pt x="2448" y="12927"/>
                      <a:pt x="2451" y="12935"/>
                    </a:cubicBezTo>
                    <a:cubicBezTo>
                      <a:pt x="2485" y="13007"/>
                      <a:pt x="2514" y="13067"/>
                      <a:pt x="2537" y="13116"/>
                    </a:cubicBezTo>
                    <a:cubicBezTo>
                      <a:pt x="2538" y="13119"/>
                      <a:pt x="2540" y="13122"/>
                      <a:pt x="2541" y="13125"/>
                    </a:cubicBezTo>
                    <a:cubicBezTo>
                      <a:pt x="2549" y="13141"/>
                      <a:pt x="2557" y="13157"/>
                      <a:pt x="2563" y="13171"/>
                    </a:cubicBezTo>
                    <a:cubicBezTo>
                      <a:pt x="2566" y="13175"/>
                      <a:pt x="2567" y="13180"/>
                      <a:pt x="2569" y="13184"/>
                    </a:cubicBezTo>
                    <a:cubicBezTo>
                      <a:pt x="2571" y="13186"/>
                      <a:pt x="2572" y="13189"/>
                      <a:pt x="2572" y="13190"/>
                    </a:cubicBezTo>
                    <a:cubicBezTo>
                      <a:pt x="2574" y="13192"/>
                      <a:pt x="2575" y="13195"/>
                      <a:pt x="2575" y="13197"/>
                    </a:cubicBezTo>
                    <a:cubicBezTo>
                      <a:pt x="2592" y="13230"/>
                      <a:pt x="2601" y="13249"/>
                      <a:pt x="2601" y="13249"/>
                    </a:cubicBezTo>
                    <a:cubicBezTo>
                      <a:pt x="2601" y="13249"/>
                      <a:pt x="2278" y="13855"/>
                      <a:pt x="2346" y="14768"/>
                    </a:cubicBezTo>
                    <a:cubicBezTo>
                      <a:pt x="2413" y="15679"/>
                      <a:pt x="2992" y="15900"/>
                      <a:pt x="2992" y="15900"/>
                    </a:cubicBezTo>
                    <a:cubicBezTo>
                      <a:pt x="2992" y="15900"/>
                      <a:pt x="4561" y="15999"/>
                      <a:pt x="5116" y="15999"/>
                    </a:cubicBezTo>
                    <a:cubicBezTo>
                      <a:pt x="5208" y="15999"/>
                      <a:pt x="5272" y="15996"/>
                      <a:pt x="5296" y="15990"/>
                    </a:cubicBezTo>
                    <a:cubicBezTo>
                      <a:pt x="5364" y="15971"/>
                      <a:pt x="5520" y="15837"/>
                      <a:pt x="5683" y="15679"/>
                    </a:cubicBezTo>
                    <a:cubicBezTo>
                      <a:pt x="3359" y="12444"/>
                      <a:pt x="2948" y="7693"/>
                      <a:pt x="3118" y="5422"/>
                    </a:cubicBezTo>
                    <a:cubicBezTo>
                      <a:pt x="3243" y="3745"/>
                      <a:pt x="2063" y="1314"/>
                      <a:pt x="1341" y="1"/>
                    </a:cubicBezTo>
                    <a:close/>
                  </a:path>
                </a:pathLst>
              </a:custGeom>
              <a:solidFill>
                <a:srgbClr val="333746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7"/>
              <p:cNvSpPr/>
              <p:nvPr/>
            </p:nvSpPr>
            <p:spPr>
              <a:xfrm>
                <a:off x="6714422" y="2336612"/>
                <a:ext cx="469481" cy="158697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3385" extrusionOk="0">
                    <a:moveTo>
                      <a:pt x="9617" y="0"/>
                    </a:moveTo>
                    <a:cubicBezTo>
                      <a:pt x="9610" y="84"/>
                      <a:pt x="9604" y="138"/>
                      <a:pt x="9604" y="138"/>
                    </a:cubicBezTo>
                    <a:cubicBezTo>
                      <a:pt x="9604" y="138"/>
                      <a:pt x="9487" y="589"/>
                      <a:pt x="8095" y="742"/>
                    </a:cubicBezTo>
                    <a:cubicBezTo>
                      <a:pt x="7960" y="757"/>
                      <a:pt x="7812" y="769"/>
                      <a:pt x="7651" y="778"/>
                    </a:cubicBezTo>
                    <a:cubicBezTo>
                      <a:pt x="7474" y="787"/>
                      <a:pt x="7280" y="792"/>
                      <a:pt x="7069" y="792"/>
                    </a:cubicBezTo>
                    <a:cubicBezTo>
                      <a:pt x="6884" y="792"/>
                      <a:pt x="6685" y="788"/>
                      <a:pt x="6472" y="780"/>
                    </a:cubicBezTo>
                    <a:cubicBezTo>
                      <a:pt x="5884" y="1252"/>
                      <a:pt x="5110" y="1587"/>
                      <a:pt x="4921" y="1631"/>
                    </a:cubicBezTo>
                    <a:cubicBezTo>
                      <a:pt x="4733" y="1676"/>
                      <a:pt x="3159" y="1676"/>
                      <a:pt x="3159" y="1676"/>
                    </a:cubicBezTo>
                    <a:cubicBezTo>
                      <a:pt x="3159" y="1676"/>
                      <a:pt x="3090" y="1751"/>
                      <a:pt x="2991" y="1855"/>
                    </a:cubicBezTo>
                    <a:cubicBezTo>
                      <a:pt x="2896" y="1954"/>
                      <a:pt x="2774" y="2081"/>
                      <a:pt x="2653" y="2197"/>
                    </a:cubicBezTo>
                    <a:cubicBezTo>
                      <a:pt x="2646" y="2205"/>
                      <a:pt x="2638" y="2212"/>
                      <a:pt x="2630" y="2218"/>
                    </a:cubicBezTo>
                    <a:cubicBezTo>
                      <a:pt x="2467" y="2376"/>
                      <a:pt x="2312" y="2510"/>
                      <a:pt x="2243" y="2529"/>
                    </a:cubicBezTo>
                    <a:cubicBezTo>
                      <a:pt x="2219" y="2535"/>
                      <a:pt x="2154" y="2538"/>
                      <a:pt x="2063" y="2538"/>
                    </a:cubicBezTo>
                    <a:cubicBezTo>
                      <a:pt x="1573" y="2538"/>
                      <a:pt x="297" y="2461"/>
                      <a:pt x="1" y="2443"/>
                    </a:cubicBezTo>
                    <a:lnTo>
                      <a:pt x="1" y="2443"/>
                    </a:lnTo>
                    <a:cubicBezTo>
                      <a:pt x="1" y="2443"/>
                      <a:pt x="11" y="2724"/>
                      <a:pt x="2" y="3299"/>
                    </a:cubicBezTo>
                    <a:cubicBezTo>
                      <a:pt x="2" y="3346"/>
                      <a:pt x="39" y="3385"/>
                      <a:pt x="87" y="3385"/>
                    </a:cubicBezTo>
                    <a:cubicBezTo>
                      <a:pt x="87" y="3385"/>
                      <a:pt x="88" y="3385"/>
                      <a:pt x="89" y="3385"/>
                    </a:cubicBezTo>
                    <a:cubicBezTo>
                      <a:pt x="976" y="3373"/>
                      <a:pt x="1933" y="3241"/>
                      <a:pt x="2893" y="3039"/>
                    </a:cubicBezTo>
                    <a:cubicBezTo>
                      <a:pt x="3022" y="3013"/>
                      <a:pt x="3150" y="2984"/>
                      <a:pt x="3277" y="2955"/>
                    </a:cubicBezTo>
                    <a:cubicBezTo>
                      <a:pt x="3994" y="2792"/>
                      <a:pt x="4708" y="2591"/>
                      <a:pt x="5387" y="2376"/>
                    </a:cubicBezTo>
                    <a:cubicBezTo>
                      <a:pt x="5844" y="2231"/>
                      <a:pt x="6287" y="2078"/>
                      <a:pt x="6706" y="1925"/>
                    </a:cubicBezTo>
                    <a:cubicBezTo>
                      <a:pt x="7168" y="1755"/>
                      <a:pt x="7601" y="1585"/>
                      <a:pt x="7994" y="1422"/>
                    </a:cubicBezTo>
                    <a:cubicBezTo>
                      <a:pt x="8117" y="1371"/>
                      <a:pt x="8237" y="1321"/>
                      <a:pt x="8351" y="1271"/>
                    </a:cubicBezTo>
                    <a:cubicBezTo>
                      <a:pt x="9159" y="922"/>
                      <a:pt x="9746" y="621"/>
                      <a:pt x="9984" y="459"/>
                    </a:cubicBezTo>
                    <a:cubicBezTo>
                      <a:pt x="9989" y="456"/>
                      <a:pt x="9993" y="451"/>
                      <a:pt x="9996" y="446"/>
                    </a:cubicBezTo>
                    <a:cubicBezTo>
                      <a:pt x="10013" y="425"/>
                      <a:pt x="10013" y="391"/>
                      <a:pt x="9992" y="370"/>
                    </a:cubicBezTo>
                    <a:cubicBezTo>
                      <a:pt x="9824" y="208"/>
                      <a:pt x="9617" y="0"/>
                      <a:pt x="96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7"/>
              <p:cNvSpPr/>
              <p:nvPr/>
            </p:nvSpPr>
            <p:spPr>
              <a:xfrm>
                <a:off x="7221784" y="2376181"/>
                <a:ext cx="27567" cy="81951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48" extrusionOk="0">
                    <a:moveTo>
                      <a:pt x="18" y="1"/>
                    </a:moveTo>
                    <a:cubicBezTo>
                      <a:pt x="16" y="1"/>
                      <a:pt x="13" y="2"/>
                      <a:pt x="11" y="3"/>
                    </a:cubicBezTo>
                    <a:cubicBezTo>
                      <a:pt x="3" y="6"/>
                      <a:pt x="0" y="15"/>
                      <a:pt x="5" y="23"/>
                    </a:cubicBezTo>
                    <a:cubicBezTo>
                      <a:pt x="8" y="31"/>
                      <a:pt x="378" y="754"/>
                      <a:pt x="555" y="1734"/>
                    </a:cubicBezTo>
                    <a:cubicBezTo>
                      <a:pt x="557" y="1741"/>
                      <a:pt x="563" y="1747"/>
                      <a:pt x="570" y="1747"/>
                    </a:cubicBezTo>
                    <a:cubicBezTo>
                      <a:pt x="570" y="1747"/>
                      <a:pt x="573" y="1747"/>
                      <a:pt x="573" y="1746"/>
                    </a:cubicBezTo>
                    <a:cubicBezTo>
                      <a:pt x="583" y="1744"/>
                      <a:pt x="587" y="1737"/>
                      <a:pt x="586" y="1729"/>
                    </a:cubicBezTo>
                    <a:cubicBezTo>
                      <a:pt x="408" y="743"/>
                      <a:pt x="35" y="17"/>
                      <a:pt x="32" y="9"/>
                    </a:cubicBezTo>
                    <a:cubicBezTo>
                      <a:pt x="29" y="4"/>
                      <a:pt x="24" y="1"/>
                      <a:pt x="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7"/>
              <p:cNvSpPr/>
              <p:nvPr/>
            </p:nvSpPr>
            <p:spPr>
              <a:xfrm>
                <a:off x="7127504" y="2462070"/>
                <a:ext cx="95312" cy="183498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3914" extrusionOk="0">
                    <a:moveTo>
                      <a:pt x="2014" y="0"/>
                    </a:moveTo>
                    <a:cubicBezTo>
                      <a:pt x="2009" y="0"/>
                      <a:pt x="2004" y="2"/>
                      <a:pt x="2000" y="7"/>
                    </a:cubicBezTo>
                    <a:cubicBezTo>
                      <a:pt x="1987" y="32"/>
                      <a:pt x="507" y="2411"/>
                      <a:pt x="186" y="3620"/>
                    </a:cubicBezTo>
                    <a:cubicBezTo>
                      <a:pt x="131" y="3828"/>
                      <a:pt x="101" y="3872"/>
                      <a:pt x="92" y="3881"/>
                    </a:cubicBezTo>
                    <a:cubicBezTo>
                      <a:pt x="74" y="3855"/>
                      <a:pt x="46" y="3684"/>
                      <a:pt x="118" y="2718"/>
                    </a:cubicBezTo>
                    <a:cubicBezTo>
                      <a:pt x="160" y="2161"/>
                      <a:pt x="215" y="1611"/>
                      <a:pt x="216" y="1605"/>
                    </a:cubicBezTo>
                    <a:cubicBezTo>
                      <a:pt x="216" y="1597"/>
                      <a:pt x="210" y="1590"/>
                      <a:pt x="202" y="1588"/>
                    </a:cubicBezTo>
                    <a:cubicBezTo>
                      <a:pt x="193" y="1588"/>
                      <a:pt x="186" y="1594"/>
                      <a:pt x="186" y="1602"/>
                    </a:cubicBezTo>
                    <a:cubicBezTo>
                      <a:pt x="184" y="1608"/>
                      <a:pt x="127" y="2177"/>
                      <a:pt x="86" y="2742"/>
                    </a:cubicBezTo>
                    <a:cubicBezTo>
                      <a:pt x="1" y="3898"/>
                      <a:pt x="59" y="3909"/>
                      <a:pt x="86" y="3913"/>
                    </a:cubicBezTo>
                    <a:lnTo>
                      <a:pt x="92" y="3913"/>
                    </a:lnTo>
                    <a:cubicBezTo>
                      <a:pt x="117" y="3913"/>
                      <a:pt x="149" y="3880"/>
                      <a:pt x="216" y="3628"/>
                    </a:cubicBezTo>
                    <a:cubicBezTo>
                      <a:pt x="536" y="2423"/>
                      <a:pt x="2013" y="48"/>
                      <a:pt x="2028" y="24"/>
                    </a:cubicBezTo>
                    <a:cubicBezTo>
                      <a:pt x="2032" y="16"/>
                      <a:pt x="2029" y="7"/>
                      <a:pt x="2023" y="3"/>
                    </a:cubicBezTo>
                    <a:cubicBezTo>
                      <a:pt x="2020" y="1"/>
                      <a:pt x="2017" y="0"/>
                      <a:pt x="20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7"/>
              <p:cNvSpPr/>
              <p:nvPr/>
            </p:nvSpPr>
            <p:spPr>
              <a:xfrm>
                <a:off x="6876260" y="2561508"/>
                <a:ext cx="194656" cy="126911"/>
              </a:xfrm>
              <a:custGeom>
                <a:avLst/>
                <a:gdLst/>
                <a:ahLst/>
                <a:cxnLst/>
                <a:rect l="l" t="t" r="r" b="b"/>
                <a:pathLst>
                  <a:path w="4152" h="2707" extrusionOk="0">
                    <a:moveTo>
                      <a:pt x="18" y="1"/>
                    </a:moveTo>
                    <a:cubicBezTo>
                      <a:pt x="12" y="1"/>
                      <a:pt x="6" y="4"/>
                      <a:pt x="4" y="10"/>
                    </a:cubicBezTo>
                    <a:cubicBezTo>
                      <a:pt x="1" y="17"/>
                      <a:pt x="4" y="27"/>
                      <a:pt x="12" y="31"/>
                    </a:cubicBezTo>
                    <a:cubicBezTo>
                      <a:pt x="47" y="48"/>
                      <a:pt x="3562" y="1713"/>
                      <a:pt x="4120" y="2698"/>
                    </a:cubicBezTo>
                    <a:cubicBezTo>
                      <a:pt x="4123" y="2702"/>
                      <a:pt x="4129" y="2705"/>
                      <a:pt x="4133" y="2705"/>
                    </a:cubicBezTo>
                    <a:lnTo>
                      <a:pt x="4133" y="2707"/>
                    </a:lnTo>
                    <a:cubicBezTo>
                      <a:pt x="4136" y="2707"/>
                      <a:pt x="4140" y="2705"/>
                      <a:pt x="4141" y="2704"/>
                    </a:cubicBezTo>
                    <a:cubicBezTo>
                      <a:pt x="4149" y="2699"/>
                      <a:pt x="4152" y="2690"/>
                      <a:pt x="4147" y="2682"/>
                    </a:cubicBezTo>
                    <a:cubicBezTo>
                      <a:pt x="3910" y="2265"/>
                      <a:pt x="3144" y="1687"/>
                      <a:pt x="1871" y="965"/>
                    </a:cubicBezTo>
                    <a:cubicBezTo>
                      <a:pt x="923" y="427"/>
                      <a:pt x="33" y="7"/>
                      <a:pt x="25" y="2"/>
                    </a:cubicBezTo>
                    <a:cubicBezTo>
                      <a:pt x="23" y="1"/>
                      <a:pt x="21" y="1"/>
                      <a:pt x="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7"/>
              <p:cNvSpPr/>
              <p:nvPr/>
            </p:nvSpPr>
            <p:spPr>
              <a:xfrm>
                <a:off x="7028816" y="2357522"/>
                <a:ext cx="691376" cy="1249372"/>
              </a:xfrm>
              <a:custGeom>
                <a:avLst/>
                <a:gdLst/>
                <a:ahLst/>
                <a:cxnLst/>
                <a:rect l="l" t="t" r="r" b="b"/>
                <a:pathLst>
                  <a:path w="14747" h="26649" extrusionOk="0">
                    <a:moveTo>
                      <a:pt x="3290" y="0"/>
                    </a:moveTo>
                    <a:cubicBezTo>
                      <a:pt x="3287" y="5"/>
                      <a:pt x="3283" y="10"/>
                      <a:pt x="3278" y="13"/>
                    </a:cubicBezTo>
                    <a:cubicBezTo>
                      <a:pt x="2899" y="271"/>
                      <a:pt x="1632" y="881"/>
                      <a:pt x="0" y="1479"/>
                    </a:cubicBezTo>
                    <a:cubicBezTo>
                      <a:pt x="31" y="1531"/>
                      <a:pt x="68" y="1600"/>
                      <a:pt x="112" y="1682"/>
                    </a:cubicBezTo>
                    <a:cubicBezTo>
                      <a:pt x="480" y="2379"/>
                      <a:pt x="1280" y="4073"/>
                      <a:pt x="1606" y="5694"/>
                    </a:cubicBezTo>
                    <a:cubicBezTo>
                      <a:pt x="1655" y="5940"/>
                      <a:pt x="1662" y="6192"/>
                      <a:pt x="1621" y="6442"/>
                    </a:cubicBezTo>
                    <a:cubicBezTo>
                      <a:pt x="1610" y="6513"/>
                      <a:pt x="1596" y="6588"/>
                      <a:pt x="1584" y="6668"/>
                    </a:cubicBezTo>
                    <a:cubicBezTo>
                      <a:pt x="1436" y="7519"/>
                      <a:pt x="1193" y="8689"/>
                      <a:pt x="1193" y="8689"/>
                    </a:cubicBezTo>
                    <a:cubicBezTo>
                      <a:pt x="1193" y="8689"/>
                      <a:pt x="1251" y="9108"/>
                      <a:pt x="1352" y="9817"/>
                    </a:cubicBezTo>
                    <a:cubicBezTo>
                      <a:pt x="2275" y="10750"/>
                      <a:pt x="3734" y="12129"/>
                      <a:pt x="4119" y="12481"/>
                    </a:cubicBezTo>
                    <a:cubicBezTo>
                      <a:pt x="4408" y="13028"/>
                      <a:pt x="5957" y="14872"/>
                      <a:pt x="7773" y="16219"/>
                    </a:cubicBezTo>
                    <a:cubicBezTo>
                      <a:pt x="6897" y="17908"/>
                      <a:pt x="3064" y="21658"/>
                      <a:pt x="3064" y="21658"/>
                    </a:cubicBezTo>
                    <a:cubicBezTo>
                      <a:pt x="3108" y="21952"/>
                      <a:pt x="3151" y="22236"/>
                      <a:pt x="3193" y="22511"/>
                    </a:cubicBezTo>
                    <a:cubicBezTo>
                      <a:pt x="3396" y="23846"/>
                      <a:pt x="3567" y="24930"/>
                      <a:pt x="3677" y="25540"/>
                    </a:cubicBezTo>
                    <a:cubicBezTo>
                      <a:pt x="3745" y="25910"/>
                      <a:pt x="3806" y="26282"/>
                      <a:pt x="3861" y="26649"/>
                    </a:cubicBezTo>
                    <a:cubicBezTo>
                      <a:pt x="4969" y="26092"/>
                      <a:pt x="5481" y="25268"/>
                      <a:pt x="5481" y="25268"/>
                    </a:cubicBezTo>
                    <a:cubicBezTo>
                      <a:pt x="5481" y="25268"/>
                      <a:pt x="8689" y="23187"/>
                      <a:pt x="9623" y="22531"/>
                    </a:cubicBezTo>
                    <a:cubicBezTo>
                      <a:pt x="10556" y="21874"/>
                      <a:pt x="10629" y="21868"/>
                      <a:pt x="10646" y="21039"/>
                    </a:cubicBezTo>
                    <a:cubicBezTo>
                      <a:pt x="13268" y="19281"/>
                      <a:pt x="14746" y="16764"/>
                      <a:pt x="13968" y="14939"/>
                    </a:cubicBezTo>
                    <a:cubicBezTo>
                      <a:pt x="11604" y="9403"/>
                      <a:pt x="4558" y="1522"/>
                      <a:pt x="4558" y="1522"/>
                    </a:cubicBezTo>
                    <a:cubicBezTo>
                      <a:pt x="4558" y="1522"/>
                      <a:pt x="4269" y="577"/>
                      <a:pt x="4119" y="393"/>
                    </a:cubicBezTo>
                    <a:cubicBezTo>
                      <a:pt x="4030" y="283"/>
                      <a:pt x="3715" y="153"/>
                      <a:pt x="3478" y="66"/>
                    </a:cubicBezTo>
                    <a:cubicBezTo>
                      <a:pt x="3405" y="40"/>
                      <a:pt x="3339" y="17"/>
                      <a:pt x="3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7"/>
              <p:cNvSpPr/>
              <p:nvPr/>
            </p:nvSpPr>
            <p:spPr>
              <a:xfrm>
                <a:off x="7084700" y="2670088"/>
                <a:ext cx="391797" cy="742853"/>
              </a:xfrm>
              <a:custGeom>
                <a:avLst/>
                <a:gdLst/>
                <a:ahLst/>
                <a:cxnLst/>
                <a:rect l="l" t="t" r="r" b="b"/>
                <a:pathLst>
                  <a:path w="8357" h="15845" extrusionOk="0">
                    <a:moveTo>
                      <a:pt x="391" y="1"/>
                    </a:moveTo>
                    <a:cubicBezTo>
                      <a:pt x="244" y="852"/>
                      <a:pt x="1" y="2022"/>
                      <a:pt x="1" y="2022"/>
                    </a:cubicBezTo>
                    <a:cubicBezTo>
                      <a:pt x="1" y="2022"/>
                      <a:pt x="59" y="2441"/>
                      <a:pt x="160" y="3150"/>
                    </a:cubicBezTo>
                    <a:cubicBezTo>
                      <a:pt x="1083" y="4083"/>
                      <a:pt x="2542" y="5462"/>
                      <a:pt x="2927" y="5814"/>
                    </a:cubicBezTo>
                    <a:cubicBezTo>
                      <a:pt x="3216" y="6361"/>
                      <a:pt x="4763" y="8205"/>
                      <a:pt x="6581" y="9552"/>
                    </a:cubicBezTo>
                    <a:cubicBezTo>
                      <a:pt x="5705" y="11241"/>
                      <a:pt x="1872" y="14991"/>
                      <a:pt x="1872" y="14991"/>
                    </a:cubicBezTo>
                    <a:cubicBezTo>
                      <a:pt x="1915" y="15285"/>
                      <a:pt x="1959" y="15569"/>
                      <a:pt x="2001" y="15844"/>
                    </a:cubicBezTo>
                    <a:cubicBezTo>
                      <a:pt x="3143" y="15001"/>
                      <a:pt x="6697" y="12305"/>
                      <a:pt x="8356" y="10232"/>
                    </a:cubicBezTo>
                    <a:cubicBezTo>
                      <a:pt x="5069" y="7509"/>
                      <a:pt x="391" y="1"/>
                      <a:pt x="391" y="1"/>
                    </a:cubicBezTo>
                    <a:close/>
                  </a:path>
                </a:pathLst>
              </a:custGeom>
              <a:solidFill>
                <a:srgbClr val="333746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7"/>
              <p:cNvSpPr/>
              <p:nvPr/>
            </p:nvSpPr>
            <p:spPr>
              <a:xfrm>
                <a:off x="7033551" y="2436331"/>
                <a:ext cx="73934" cy="382186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8152" extrusionOk="0">
                    <a:moveTo>
                      <a:pt x="17" y="0"/>
                    </a:moveTo>
                    <a:cubicBezTo>
                      <a:pt x="15" y="0"/>
                      <a:pt x="13" y="0"/>
                      <a:pt x="11" y="1"/>
                    </a:cubicBezTo>
                    <a:cubicBezTo>
                      <a:pt x="3" y="6"/>
                      <a:pt x="0" y="15"/>
                      <a:pt x="3" y="23"/>
                    </a:cubicBezTo>
                    <a:cubicBezTo>
                      <a:pt x="188" y="374"/>
                      <a:pt x="1127" y="2213"/>
                      <a:pt x="1489" y="4016"/>
                    </a:cubicBezTo>
                    <a:cubicBezTo>
                      <a:pt x="1540" y="4264"/>
                      <a:pt x="1544" y="4513"/>
                      <a:pt x="1505" y="4758"/>
                    </a:cubicBezTo>
                    <a:cubicBezTo>
                      <a:pt x="1369" y="5601"/>
                      <a:pt x="1078" y="6991"/>
                      <a:pt x="1077" y="7006"/>
                    </a:cubicBezTo>
                    <a:cubicBezTo>
                      <a:pt x="1075" y="7008"/>
                      <a:pt x="1075" y="7010"/>
                      <a:pt x="1077" y="7011"/>
                    </a:cubicBezTo>
                    <a:cubicBezTo>
                      <a:pt x="1077" y="7011"/>
                      <a:pt x="1135" y="7430"/>
                      <a:pt x="1236" y="8138"/>
                    </a:cubicBezTo>
                    <a:cubicBezTo>
                      <a:pt x="1236" y="8145"/>
                      <a:pt x="1243" y="8152"/>
                      <a:pt x="1251" y="8152"/>
                    </a:cubicBezTo>
                    <a:lnTo>
                      <a:pt x="1252" y="8152"/>
                    </a:lnTo>
                    <a:cubicBezTo>
                      <a:pt x="1260" y="8150"/>
                      <a:pt x="1266" y="8142"/>
                      <a:pt x="1266" y="8133"/>
                    </a:cubicBezTo>
                    <a:cubicBezTo>
                      <a:pt x="1170" y="7459"/>
                      <a:pt x="1112" y="7046"/>
                      <a:pt x="1107" y="7010"/>
                    </a:cubicBezTo>
                    <a:cubicBezTo>
                      <a:pt x="1121" y="6941"/>
                      <a:pt x="1402" y="5589"/>
                      <a:pt x="1535" y="4762"/>
                    </a:cubicBezTo>
                    <a:cubicBezTo>
                      <a:pt x="1576" y="4514"/>
                      <a:pt x="1570" y="4262"/>
                      <a:pt x="1520" y="4010"/>
                    </a:cubicBezTo>
                    <a:cubicBezTo>
                      <a:pt x="1156" y="2203"/>
                      <a:pt x="216" y="360"/>
                      <a:pt x="31" y="9"/>
                    </a:cubicBezTo>
                    <a:cubicBezTo>
                      <a:pt x="29" y="3"/>
                      <a:pt x="23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7"/>
              <p:cNvSpPr/>
              <p:nvPr/>
            </p:nvSpPr>
            <p:spPr>
              <a:xfrm>
                <a:off x="6944850" y="2916033"/>
                <a:ext cx="304642" cy="1305725"/>
              </a:xfrm>
              <a:custGeom>
                <a:avLst/>
                <a:gdLst/>
                <a:ahLst/>
                <a:cxnLst/>
                <a:rect l="l" t="t" r="r" b="b"/>
                <a:pathLst>
                  <a:path w="6498" h="27851" extrusionOk="0">
                    <a:moveTo>
                      <a:pt x="18" y="0"/>
                    </a:moveTo>
                    <a:cubicBezTo>
                      <a:pt x="17" y="0"/>
                      <a:pt x="16" y="0"/>
                      <a:pt x="15" y="0"/>
                    </a:cubicBezTo>
                    <a:cubicBezTo>
                      <a:pt x="6" y="3"/>
                      <a:pt x="1" y="11"/>
                      <a:pt x="3" y="20"/>
                    </a:cubicBezTo>
                    <a:cubicBezTo>
                      <a:pt x="10" y="46"/>
                      <a:pt x="695" y="2648"/>
                      <a:pt x="1340" y="5241"/>
                    </a:cubicBezTo>
                    <a:cubicBezTo>
                      <a:pt x="1719" y="6764"/>
                      <a:pt x="2011" y="7986"/>
                      <a:pt x="2207" y="8872"/>
                    </a:cubicBezTo>
                    <a:cubicBezTo>
                      <a:pt x="2537" y="10371"/>
                      <a:pt x="2519" y="10576"/>
                      <a:pt x="2495" y="10594"/>
                    </a:cubicBezTo>
                    <a:cubicBezTo>
                      <a:pt x="2465" y="10615"/>
                      <a:pt x="2440" y="10625"/>
                      <a:pt x="2417" y="10625"/>
                    </a:cubicBezTo>
                    <a:cubicBezTo>
                      <a:pt x="2412" y="10625"/>
                      <a:pt x="2406" y="10624"/>
                      <a:pt x="2401" y="10623"/>
                    </a:cubicBezTo>
                    <a:cubicBezTo>
                      <a:pt x="2351" y="10608"/>
                      <a:pt x="2317" y="10531"/>
                      <a:pt x="2284" y="10450"/>
                    </a:cubicBezTo>
                    <a:cubicBezTo>
                      <a:pt x="2235" y="10340"/>
                      <a:pt x="2182" y="10216"/>
                      <a:pt x="2064" y="10216"/>
                    </a:cubicBezTo>
                    <a:cubicBezTo>
                      <a:pt x="2049" y="10216"/>
                      <a:pt x="2033" y="10218"/>
                      <a:pt x="2016" y="10222"/>
                    </a:cubicBezTo>
                    <a:cubicBezTo>
                      <a:pt x="2008" y="10225"/>
                      <a:pt x="2002" y="10230"/>
                      <a:pt x="1998" y="10241"/>
                    </a:cubicBezTo>
                    <a:cubicBezTo>
                      <a:pt x="1932" y="10365"/>
                      <a:pt x="2141" y="11485"/>
                      <a:pt x="2328" y="12406"/>
                    </a:cubicBezTo>
                    <a:cubicBezTo>
                      <a:pt x="2594" y="13714"/>
                      <a:pt x="2976" y="15408"/>
                      <a:pt x="3404" y="17174"/>
                    </a:cubicBezTo>
                    <a:cubicBezTo>
                      <a:pt x="3916" y="19285"/>
                      <a:pt x="5240" y="24554"/>
                      <a:pt x="6465" y="27839"/>
                    </a:cubicBezTo>
                    <a:cubicBezTo>
                      <a:pt x="6467" y="27846"/>
                      <a:pt x="6473" y="27849"/>
                      <a:pt x="6479" y="27849"/>
                    </a:cubicBezTo>
                    <a:lnTo>
                      <a:pt x="6479" y="27850"/>
                    </a:lnTo>
                    <a:cubicBezTo>
                      <a:pt x="6480" y="27850"/>
                      <a:pt x="6483" y="27849"/>
                      <a:pt x="6485" y="27849"/>
                    </a:cubicBezTo>
                    <a:cubicBezTo>
                      <a:pt x="6493" y="27846"/>
                      <a:pt x="6497" y="27836"/>
                      <a:pt x="6494" y="27829"/>
                    </a:cubicBezTo>
                    <a:cubicBezTo>
                      <a:pt x="5262" y="24522"/>
                      <a:pt x="3930" y="19217"/>
                      <a:pt x="3416" y="17090"/>
                    </a:cubicBezTo>
                    <a:cubicBezTo>
                      <a:pt x="2985" y="15313"/>
                      <a:pt x="2605" y="13620"/>
                      <a:pt x="2343" y="12322"/>
                    </a:cubicBezTo>
                    <a:cubicBezTo>
                      <a:pt x="1964" y="10447"/>
                      <a:pt x="2011" y="10268"/>
                      <a:pt x="2025" y="10253"/>
                    </a:cubicBezTo>
                    <a:cubicBezTo>
                      <a:pt x="2039" y="10249"/>
                      <a:pt x="2052" y="10248"/>
                      <a:pt x="2064" y="10248"/>
                    </a:cubicBezTo>
                    <a:cubicBezTo>
                      <a:pt x="2162" y="10248"/>
                      <a:pt x="2210" y="10358"/>
                      <a:pt x="2255" y="10462"/>
                    </a:cubicBezTo>
                    <a:cubicBezTo>
                      <a:pt x="2293" y="10551"/>
                      <a:pt x="2328" y="10634"/>
                      <a:pt x="2392" y="10652"/>
                    </a:cubicBezTo>
                    <a:cubicBezTo>
                      <a:pt x="2401" y="10655"/>
                      <a:pt x="2410" y="10656"/>
                      <a:pt x="2419" y="10656"/>
                    </a:cubicBezTo>
                    <a:cubicBezTo>
                      <a:pt x="2448" y="10656"/>
                      <a:pt x="2479" y="10644"/>
                      <a:pt x="2513" y="10620"/>
                    </a:cubicBezTo>
                    <a:cubicBezTo>
                      <a:pt x="2554" y="10591"/>
                      <a:pt x="2683" y="10501"/>
                      <a:pt x="1372" y="5240"/>
                    </a:cubicBezTo>
                    <a:cubicBezTo>
                      <a:pt x="727" y="2645"/>
                      <a:pt x="41" y="39"/>
                      <a:pt x="33" y="13"/>
                    </a:cubicBezTo>
                    <a:cubicBezTo>
                      <a:pt x="32" y="5"/>
                      <a:pt x="25" y="0"/>
                      <a:pt x="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7"/>
              <p:cNvSpPr/>
              <p:nvPr/>
            </p:nvSpPr>
            <p:spPr>
              <a:xfrm>
                <a:off x="7091310" y="2817017"/>
                <a:ext cx="276654" cy="250868"/>
              </a:xfrm>
              <a:custGeom>
                <a:avLst/>
                <a:gdLst/>
                <a:ahLst/>
                <a:cxnLst/>
                <a:rect l="l" t="t" r="r" b="b"/>
                <a:pathLst>
                  <a:path w="5901" h="5351" extrusionOk="0">
                    <a:moveTo>
                      <a:pt x="19" y="1"/>
                    </a:moveTo>
                    <a:cubicBezTo>
                      <a:pt x="14" y="1"/>
                      <a:pt x="10" y="2"/>
                      <a:pt x="7" y="6"/>
                    </a:cubicBezTo>
                    <a:cubicBezTo>
                      <a:pt x="0" y="12"/>
                      <a:pt x="0" y="21"/>
                      <a:pt x="8" y="27"/>
                    </a:cubicBezTo>
                    <a:cubicBezTo>
                      <a:pt x="56" y="73"/>
                      <a:pt x="4793" y="4598"/>
                      <a:pt x="5874" y="5347"/>
                    </a:cubicBezTo>
                    <a:cubicBezTo>
                      <a:pt x="5877" y="5351"/>
                      <a:pt x="5881" y="5351"/>
                      <a:pt x="5884" y="5351"/>
                    </a:cubicBezTo>
                    <a:cubicBezTo>
                      <a:pt x="5888" y="5351"/>
                      <a:pt x="5893" y="5349"/>
                      <a:pt x="5896" y="5344"/>
                    </a:cubicBezTo>
                    <a:cubicBezTo>
                      <a:pt x="5900" y="5337"/>
                      <a:pt x="5899" y="5328"/>
                      <a:pt x="5891" y="5323"/>
                    </a:cubicBezTo>
                    <a:cubicBezTo>
                      <a:pt x="4813" y="4575"/>
                      <a:pt x="77" y="50"/>
                      <a:pt x="30" y="4"/>
                    </a:cubicBezTo>
                    <a:cubicBezTo>
                      <a:pt x="27" y="2"/>
                      <a:pt x="23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7"/>
              <p:cNvSpPr/>
              <p:nvPr/>
            </p:nvSpPr>
            <p:spPr>
              <a:xfrm>
                <a:off x="7442460" y="3309518"/>
                <a:ext cx="88702" cy="130005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2773" extrusionOk="0">
                    <a:moveTo>
                      <a:pt x="1805" y="1"/>
                    </a:moveTo>
                    <a:cubicBezTo>
                      <a:pt x="1797" y="1"/>
                      <a:pt x="1791" y="8"/>
                      <a:pt x="1791" y="18"/>
                    </a:cubicBezTo>
                    <a:cubicBezTo>
                      <a:pt x="1792" y="27"/>
                      <a:pt x="1860" y="1022"/>
                      <a:pt x="1717" y="1403"/>
                    </a:cubicBezTo>
                    <a:cubicBezTo>
                      <a:pt x="1577" y="1784"/>
                      <a:pt x="25" y="2734"/>
                      <a:pt x="10" y="2744"/>
                    </a:cubicBezTo>
                    <a:cubicBezTo>
                      <a:pt x="2" y="2748"/>
                      <a:pt x="0" y="2757"/>
                      <a:pt x="5" y="2765"/>
                    </a:cubicBezTo>
                    <a:cubicBezTo>
                      <a:pt x="7" y="2770"/>
                      <a:pt x="13" y="2773"/>
                      <a:pt x="17" y="2773"/>
                    </a:cubicBezTo>
                    <a:cubicBezTo>
                      <a:pt x="20" y="2773"/>
                      <a:pt x="23" y="2771"/>
                      <a:pt x="26" y="2770"/>
                    </a:cubicBezTo>
                    <a:cubicBezTo>
                      <a:pt x="91" y="2731"/>
                      <a:pt x="1603" y="1805"/>
                      <a:pt x="1746" y="1415"/>
                    </a:cubicBezTo>
                    <a:cubicBezTo>
                      <a:pt x="1892" y="1027"/>
                      <a:pt x="1824" y="56"/>
                      <a:pt x="1821" y="15"/>
                    </a:cubicBezTo>
                    <a:cubicBezTo>
                      <a:pt x="1821" y="7"/>
                      <a:pt x="1814" y="1"/>
                      <a:pt x="18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7"/>
              <p:cNvSpPr/>
              <p:nvPr/>
            </p:nvSpPr>
            <p:spPr>
              <a:xfrm>
                <a:off x="7226942" y="3492594"/>
                <a:ext cx="77919" cy="104829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2236" extrusionOk="0">
                    <a:moveTo>
                      <a:pt x="1648" y="1"/>
                    </a:moveTo>
                    <a:cubicBezTo>
                      <a:pt x="1639" y="1"/>
                      <a:pt x="1631" y="7"/>
                      <a:pt x="1631" y="16"/>
                    </a:cubicBezTo>
                    <a:cubicBezTo>
                      <a:pt x="1631" y="19"/>
                      <a:pt x="1607" y="337"/>
                      <a:pt x="1394" y="763"/>
                    </a:cubicBezTo>
                    <a:cubicBezTo>
                      <a:pt x="1200" y="1158"/>
                      <a:pt x="801" y="1728"/>
                      <a:pt x="9" y="2207"/>
                    </a:cubicBezTo>
                    <a:cubicBezTo>
                      <a:pt x="2" y="2211"/>
                      <a:pt x="0" y="2220"/>
                      <a:pt x="5" y="2228"/>
                    </a:cubicBezTo>
                    <a:cubicBezTo>
                      <a:pt x="6" y="2233"/>
                      <a:pt x="12" y="2236"/>
                      <a:pt x="17" y="2236"/>
                    </a:cubicBezTo>
                    <a:cubicBezTo>
                      <a:pt x="20" y="2236"/>
                      <a:pt x="23" y="2236"/>
                      <a:pt x="26" y="2234"/>
                    </a:cubicBezTo>
                    <a:cubicBezTo>
                      <a:pt x="824" y="1751"/>
                      <a:pt x="1226" y="1175"/>
                      <a:pt x="1423" y="776"/>
                    </a:cubicBezTo>
                    <a:cubicBezTo>
                      <a:pt x="1638" y="345"/>
                      <a:pt x="1662" y="20"/>
                      <a:pt x="1662" y="17"/>
                    </a:cubicBezTo>
                    <a:cubicBezTo>
                      <a:pt x="1662" y="10"/>
                      <a:pt x="1656" y="2"/>
                      <a:pt x="16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7"/>
              <p:cNvSpPr/>
              <p:nvPr/>
            </p:nvSpPr>
            <p:spPr>
              <a:xfrm>
                <a:off x="6885731" y="3496767"/>
                <a:ext cx="115190" cy="359354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7665" extrusionOk="0">
                    <a:moveTo>
                      <a:pt x="287" y="0"/>
                    </a:moveTo>
                    <a:cubicBezTo>
                      <a:pt x="279" y="2"/>
                      <a:pt x="270" y="3"/>
                      <a:pt x="262" y="5"/>
                    </a:cubicBezTo>
                    <a:cubicBezTo>
                      <a:pt x="105" y="38"/>
                      <a:pt x="1" y="188"/>
                      <a:pt x="25" y="347"/>
                    </a:cubicBezTo>
                    <a:cubicBezTo>
                      <a:pt x="189" y="1390"/>
                      <a:pt x="854" y="5523"/>
                      <a:pt x="1409" y="7643"/>
                    </a:cubicBezTo>
                    <a:cubicBezTo>
                      <a:pt x="1479" y="7658"/>
                      <a:pt x="1554" y="7665"/>
                      <a:pt x="1633" y="7665"/>
                    </a:cubicBezTo>
                    <a:cubicBezTo>
                      <a:pt x="1891" y="7665"/>
                      <a:pt x="2186" y="7590"/>
                      <a:pt x="2456" y="7470"/>
                    </a:cubicBezTo>
                    <a:cubicBezTo>
                      <a:pt x="1727" y="4969"/>
                      <a:pt x="949" y="2295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7"/>
              <p:cNvSpPr/>
              <p:nvPr/>
            </p:nvSpPr>
            <p:spPr>
              <a:xfrm>
                <a:off x="7195249" y="3675717"/>
                <a:ext cx="59963" cy="252275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5381" extrusionOk="0">
                    <a:moveTo>
                      <a:pt x="18" y="1"/>
                    </a:moveTo>
                    <a:cubicBezTo>
                      <a:pt x="16" y="1"/>
                      <a:pt x="15" y="1"/>
                      <a:pt x="14" y="1"/>
                    </a:cubicBezTo>
                    <a:cubicBezTo>
                      <a:pt x="6" y="2"/>
                      <a:pt x="0" y="12"/>
                      <a:pt x="3" y="19"/>
                    </a:cubicBezTo>
                    <a:cubicBezTo>
                      <a:pt x="13" y="60"/>
                      <a:pt x="976" y="4217"/>
                      <a:pt x="1246" y="5369"/>
                    </a:cubicBezTo>
                    <a:cubicBezTo>
                      <a:pt x="1248" y="5375"/>
                      <a:pt x="1254" y="5381"/>
                      <a:pt x="1260" y="5381"/>
                    </a:cubicBezTo>
                    <a:cubicBezTo>
                      <a:pt x="1262" y="5381"/>
                      <a:pt x="1263" y="5381"/>
                      <a:pt x="1265" y="5379"/>
                    </a:cubicBezTo>
                    <a:cubicBezTo>
                      <a:pt x="1272" y="5378"/>
                      <a:pt x="1278" y="5370"/>
                      <a:pt x="1275" y="5361"/>
                    </a:cubicBezTo>
                    <a:cubicBezTo>
                      <a:pt x="1005" y="4210"/>
                      <a:pt x="43" y="54"/>
                      <a:pt x="32" y="12"/>
                    </a:cubicBezTo>
                    <a:cubicBezTo>
                      <a:pt x="31" y="5"/>
                      <a:pt x="25" y="1"/>
                      <a:pt x="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7"/>
              <p:cNvSpPr/>
              <p:nvPr/>
            </p:nvSpPr>
            <p:spPr>
              <a:xfrm>
                <a:off x="7140959" y="4249090"/>
                <a:ext cx="179982" cy="250212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5337" extrusionOk="0">
                    <a:moveTo>
                      <a:pt x="1" y="93"/>
                    </a:moveTo>
                    <a:lnTo>
                      <a:pt x="1" y="95"/>
                    </a:lnTo>
                    <a:cubicBezTo>
                      <a:pt x="1" y="95"/>
                      <a:pt x="1" y="95"/>
                      <a:pt x="1" y="95"/>
                    </a:cubicBezTo>
                    <a:lnTo>
                      <a:pt x="1" y="95"/>
                    </a:lnTo>
                    <a:cubicBezTo>
                      <a:pt x="1" y="95"/>
                      <a:pt x="1" y="94"/>
                      <a:pt x="1" y="93"/>
                    </a:cubicBezTo>
                    <a:close/>
                    <a:moveTo>
                      <a:pt x="2857" y="0"/>
                    </a:moveTo>
                    <a:cubicBezTo>
                      <a:pt x="2257" y="85"/>
                      <a:pt x="1505" y="108"/>
                      <a:pt x="869" y="108"/>
                    </a:cubicBezTo>
                    <a:cubicBezTo>
                      <a:pt x="535" y="108"/>
                      <a:pt x="233" y="102"/>
                      <a:pt x="1" y="95"/>
                    </a:cubicBezTo>
                    <a:lnTo>
                      <a:pt x="1" y="95"/>
                    </a:lnTo>
                    <a:cubicBezTo>
                      <a:pt x="40" y="228"/>
                      <a:pt x="85" y="385"/>
                      <a:pt x="139" y="561"/>
                    </a:cubicBezTo>
                    <a:cubicBezTo>
                      <a:pt x="565" y="1982"/>
                      <a:pt x="1427" y="4643"/>
                      <a:pt x="1611" y="5206"/>
                    </a:cubicBezTo>
                    <a:cubicBezTo>
                      <a:pt x="2012" y="5299"/>
                      <a:pt x="2329" y="5337"/>
                      <a:pt x="2582" y="5337"/>
                    </a:cubicBezTo>
                    <a:cubicBezTo>
                      <a:pt x="3727" y="5337"/>
                      <a:pt x="3559" y="4559"/>
                      <a:pt x="3838" y="4535"/>
                    </a:cubicBezTo>
                    <a:cubicBezTo>
                      <a:pt x="3482" y="3301"/>
                      <a:pt x="3094" y="1288"/>
                      <a:pt x="2920" y="344"/>
                    </a:cubicBezTo>
                    <a:cubicBezTo>
                      <a:pt x="2894" y="204"/>
                      <a:pt x="2872" y="87"/>
                      <a:pt x="2857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7"/>
              <p:cNvSpPr/>
              <p:nvPr/>
            </p:nvSpPr>
            <p:spPr>
              <a:xfrm>
                <a:off x="7140959" y="4249090"/>
                <a:ext cx="136897" cy="29864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637" extrusionOk="0">
                    <a:moveTo>
                      <a:pt x="2857" y="0"/>
                    </a:moveTo>
                    <a:cubicBezTo>
                      <a:pt x="2262" y="85"/>
                      <a:pt x="1519" y="108"/>
                      <a:pt x="887" y="108"/>
                    </a:cubicBezTo>
                    <a:cubicBezTo>
                      <a:pt x="545" y="108"/>
                      <a:pt x="236" y="101"/>
                      <a:pt x="1" y="93"/>
                    </a:cubicBezTo>
                    <a:lnTo>
                      <a:pt x="1" y="93"/>
                    </a:lnTo>
                    <a:cubicBezTo>
                      <a:pt x="39" y="226"/>
                      <a:pt x="85" y="384"/>
                      <a:pt x="139" y="561"/>
                    </a:cubicBezTo>
                    <a:cubicBezTo>
                      <a:pt x="575" y="615"/>
                      <a:pt x="952" y="637"/>
                      <a:pt x="1276" y="637"/>
                    </a:cubicBezTo>
                    <a:cubicBezTo>
                      <a:pt x="2270" y="637"/>
                      <a:pt x="2756" y="433"/>
                      <a:pt x="2920" y="344"/>
                    </a:cubicBezTo>
                    <a:cubicBezTo>
                      <a:pt x="2894" y="204"/>
                      <a:pt x="2872" y="87"/>
                      <a:pt x="2857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7"/>
              <p:cNvSpPr/>
              <p:nvPr/>
            </p:nvSpPr>
            <p:spPr>
              <a:xfrm>
                <a:off x="7203407" y="4461562"/>
                <a:ext cx="350119" cy="145570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3105" extrusionOk="0">
                    <a:moveTo>
                      <a:pt x="2573" y="0"/>
                    </a:moveTo>
                    <a:cubicBezTo>
                      <a:pt x="2551" y="0"/>
                      <a:pt x="2529" y="1"/>
                      <a:pt x="2506" y="3"/>
                    </a:cubicBezTo>
                    <a:cubicBezTo>
                      <a:pt x="2227" y="25"/>
                      <a:pt x="2395" y="805"/>
                      <a:pt x="1250" y="805"/>
                    </a:cubicBezTo>
                    <a:cubicBezTo>
                      <a:pt x="997" y="805"/>
                      <a:pt x="679" y="767"/>
                      <a:pt x="279" y="674"/>
                    </a:cubicBezTo>
                    <a:cubicBezTo>
                      <a:pt x="272" y="673"/>
                      <a:pt x="265" y="672"/>
                      <a:pt x="258" y="672"/>
                    </a:cubicBezTo>
                    <a:cubicBezTo>
                      <a:pt x="104" y="672"/>
                      <a:pt x="0" y="973"/>
                      <a:pt x="30" y="1419"/>
                    </a:cubicBezTo>
                    <a:cubicBezTo>
                      <a:pt x="48" y="1697"/>
                      <a:pt x="42" y="2240"/>
                      <a:pt x="34" y="2636"/>
                    </a:cubicBezTo>
                    <a:cubicBezTo>
                      <a:pt x="30" y="2905"/>
                      <a:pt x="24" y="3105"/>
                      <a:pt x="24" y="3105"/>
                    </a:cubicBezTo>
                    <a:lnTo>
                      <a:pt x="6897" y="3105"/>
                    </a:lnTo>
                    <a:cubicBezTo>
                      <a:pt x="7205" y="3105"/>
                      <a:pt x="7402" y="2882"/>
                      <a:pt x="7437" y="2636"/>
                    </a:cubicBezTo>
                    <a:cubicBezTo>
                      <a:pt x="7468" y="2431"/>
                      <a:pt x="7387" y="2209"/>
                      <a:pt x="7165" y="2084"/>
                    </a:cubicBezTo>
                    <a:cubicBezTo>
                      <a:pt x="7116" y="2058"/>
                      <a:pt x="7064" y="2032"/>
                      <a:pt x="7004" y="2009"/>
                    </a:cubicBezTo>
                    <a:cubicBezTo>
                      <a:pt x="6138" y="1672"/>
                      <a:pt x="5284" y="1628"/>
                      <a:pt x="3970" y="887"/>
                    </a:cubicBezTo>
                    <a:cubicBezTo>
                      <a:pt x="3222" y="464"/>
                      <a:pt x="3052" y="0"/>
                      <a:pt x="25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7"/>
              <p:cNvSpPr/>
              <p:nvPr/>
            </p:nvSpPr>
            <p:spPr>
              <a:xfrm>
                <a:off x="7073120" y="2371352"/>
                <a:ext cx="32865" cy="31927"/>
              </a:xfrm>
              <a:custGeom>
                <a:avLst/>
                <a:gdLst/>
                <a:ahLst/>
                <a:cxnLst/>
                <a:rect l="l" t="t" r="r" b="b"/>
                <a:pathLst>
                  <a:path w="701" h="681" extrusionOk="0">
                    <a:moveTo>
                      <a:pt x="444" y="1"/>
                    </a:moveTo>
                    <a:cubicBezTo>
                      <a:pt x="309" y="16"/>
                      <a:pt x="161" y="28"/>
                      <a:pt x="0" y="36"/>
                    </a:cubicBezTo>
                    <a:cubicBezTo>
                      <a:pt x="153" y="239"/>
                      <a:pt x="263" y="471"/>
                      <a:pt x="343" y="681"/>
                    </a:cubicBezTo>
                    <a:cubicBezTo>
                      <a:pt x="465" y="630"/>
                      <a:pt x="586" y="580"/>
                      <a:pt x="700" y="530"/>
                    </a:cubicBezTo>
                    <a:cubicBezTo>
                      <a:pt x="636" y="360"/>
                      <a:pt x="552" y="176"/>
                      <a:pt x="4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7"/>
              <p:cNvSpPr/>
              <p:nvPr/>
            </p:nvSpPr>
            <p:spPr>
              <a:xfrm>
                <a:off x="6838801" y="2423532"/>
                <a:ext cx="29302" cy="55603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186" extrusionOk="0">
                    <a:moveTo>
                      <a:pt x="338" y="1"/>
                    </a:moveTo>
                    <a:cubicBezTo>
                      <a:pt x="243" y="100"/>
                      <a:pt x="121" y="227"/>
                      <a:pt x="0" y="343"/>
                    </a:cubicBezTo>
                    <a:cubicBezTo>
                      <a:pt x="46" y="580"/>
                      <a:pt x="121" y="875"/>
                      <a:pt x="240" y="1185"/>
                    </a:cubicBezTo>
                    <a:lnTo>
                      <a:pt x="624" y="1101"/>
                    </a:lnTo>
                    <a:cubicBezTo>
                      <a:pt x="450" y="659"/>
                      <a:pt x="372" y="244"/>
                      <a:pt x="3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7"/>
              <p:cNvSpPr/>
              <p:nvPr/>
            </p:nvSpPr>
            <p:spPr>
              <a:xfrm>
                <a:off x="6711562" y="2357522"/>
                <a:ext cx="480264" cy="145617"/>
              </a:xfrm>
              <a:custGeom>
                <a:avLst/>
                <a:gdLst/>
                <a:ahLst/>
                <a:cxnLst/>
                <a:rect l="l" t="t" r="r" b="b"/>
                <a:pathLst>
                  <a:path w="10244" h="3106" extrusionOk="0">
                    <a:moveTo>
                      <a:pt x="10057" y="0"/>
                    </a:moveTo>
                    <a:cubicBezTo>
                      <a:pt x="10053" y="5"/>
                      <a:pt x="10050" y="10"/>
                      <a:pt x="10045" y="13"/>
                    </a:cubicBezTo>
                    <a:cubicBezTo>
                      <a:pt x="9666" y="271"/>
                      <a:pt x="8399" y="881"/>
                      <a:pt x="6767" y="1479"/>
                    </a:cubicBezTo>
                    <a:cubicBezTo>
                      <a:pt x="6636" y="1526"/>
                      <a:pt x="6503" y="1575"/>
                      <a:pt x="6368" y="1621"/>
                    </a:cubicBezTo>
                    <a:cubicBezTo>
                      <a:pt x="6341" y="1632"/>
                      <a:pt x="6313" y="1641"/>
                      <a:pt x="6286" y="1650"/>
                    </a:cubicBezTo>
                    <a:cubicBezTo>
                      <a:pt x="6128" y="1705"/>
                      <a:pt x="5966" y="1760"/>
                      <a:pt x="5803" y="1815"/>
                    </a:cubicBezTo>
                    <a:cubicBezTo>
                      <a:pt x="5783" y="1821"/>
                      <a:pt x="5764" y="1827"/>
                      <a:pt x="5744" y="1834"/>
                    </a:cubicBezTo>
                    <a:cubicBezTo>
                      <a:pt x="5703" y="1847"/>
                      <a:pt x="5660" y="1861"/>
                      <a:pt x="5619" y="1875"/>
                    </a:cubicBezTo>
                    <a:cubicBezTo>
                      <a:pt x="5563" y="1893"/>
                      <a:pt x="5504" y="1912"/>
                      <a:pt x="5448" y="1930"/>
                    </a:cubicBezTo>
                    <a:cubicBezTo>
                      <a:pt x="3739" y="2471"/>
                      <a:pt x="1818" y="2916"/>
                      <a:pt x="150" y="2939"/>
                    </a:cubicBezTo>
                    <a:cubicBezTo>
                      <a:pt x="149" y="2939"/>
                      <a:pt x="148" y="2939"/>
                      <a:pt x="148" y="2939"/>
                    </a:cubicBezTo>
                    <a:cubicBezTo>
                      <a:pt x="100" y="2939"/>
                      <a:pt x="63" y="2900"/>
                      <a:pt x="63" y="2852"/>
                    </a:cubicBezTo>
                    <a:cubicBezTo>
                      <a:pt x="42" y="2901"/>
                      <a:pt x="20" y="2950"/>
                      <a:pt x="0" y="2999"/>
                    </a:cubicBezTo>
                    <a:cubicBezTo>
                      <a:pt x="26" y="3034"/>
                      <a:pt x="52" y="3070"/>
                      <a:pt x="78" y="3106"/>
                    </a:cubicBezTo>
                    <a:cubicBezTo>
                      <a:pt x="2682" y="3041"/>
                      <a:pt x="5066" y="2379"/>
                      <a:pt x="6879" y="1682"/>
                    </a:cubicBezTo>
                    <a:cubicBezTo>
                      <a:pt x="8657" y="999"/>
                      <a:pt x="9889" y="283"/>
                      <a:pt x="10244" y="66"/>
                    </a:cubicBezTo>
                    <a:cubicBezTo>
                      <a:pt x="10172" y="40"/>
                      <a:pt x="10106" y="17"/>
                      <a:pt x="10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7"/>
              <p:cNvSpPr/>
              <p:nvPr/>
            </p:nvSpPr>
            <p:spPr>
              <a:xfrm>
                <a:off x="7009688" y="1575475"/>
                <a:ext cx="203236" cy="446743"/>
              </a:xfrm>
              <a:custGeom>
                <a:avLst/>
                <a:gdLst/>
                <a:ahLst/>
                <a:cxnLst/>
                <a:rect l="l" t="t" r="r" b="b"/>
                <a:pathLst>
                  <a:path w="4335" h="9529" extrusionOk="0">
                    <a:moveTo>
                      <a:pt x="102" y="1"/>
                    </a:moveTo>
                    <a:cubicBezTo>
                      <a:pt x="44" y="1"/>
                      <a:pt x="0" y="24"/>
                      <a:pt x="0" y="24"/>
                    </a:cubicBezTo>
                    <a:cubicBezTo>
                      <a:pt x="275" y="801"/>
                      <a:pt x="1136" y="3290"/>
                      <a:pt x="1297" y="4637"/>
                    </a:cubicBezTo>
                    <a:cubicBezTo>
                      <a:pt x="1387" y="5386"/>
                      <a:pt x="1674" y="7384"/>
                      <a:pt x="1884" y="9349"/>
                    </a:cubicBezTo>
                    <a:cubicBezTo>
                      <a:pt x="1933" y="9395"/>
                      <a:pt x="1988" y="9444"/>
                      <a:pt x="2046" y="9497"/>
                    </a:cubicBezTo>
                    <a:cubicBezTo>
                      <a:pt x="2068" y="9518"/>
                      <a:pt x="2097" y="9528"/>
                      <a:pt x="2126" y="9528"/>
                    </a:cubicBezTo>
                    <a:cubicBezTo>
                      <a:pt x="2147" y="9528"/>
                      <a:pt x="2168" y="9523"/>
                      <a:pt x="2186" y="9511"/>
                    </a:cubicBezTo>
                    <a:cubicBezTo>
                      <a:pt x="2231" y="9485"/>
                      <a:pt x="2272" y="9456"/>
                      <a:pt x="2313" y="9429"/>
                    </a:cubicBezTo>
                    <a:cubicBezTo>
                      <a:pt x="3414" y="8672"/>
                      <a:pt x="3481" y="7435"/>
                      <a:pt x="3558" y="6389"/>
                    </a:cubicBezTo>
                    <a:cubicBezTo>
                      <a:pt x="3570" y="6206"/>
                      <a:pt x="3584" y="6028"/>
                      <a:pt x="3604" y="5860"/>
                    </a:cubicBezTo>
                    <a:cubicBezTo>
                      <a:pt x="3611" y="5799"/>
                      <a:pt x="3619" y="5744"/>
                      <a:pt x="3627" y="5692"/>
                    </a:cubicBezTo>
                    <a:cubicBezTo>
                      <a:pt x="3699" y="5244"/>
                      <a:pt x="3813" y="5126"/>
                      <a:pt x="3915" y="5126"/>
                    </a:cubicBezTo>
                    <a:cubicBezTo>
                      <a:pt x="4027" y="5126"/>
                      <a:pt x="4122" y="5270"/>
                      <a:pt x="4128" y="5278"/>
                    </a:cubicBezTo>
                    <a:cubicBezTo>
                      <a:pt x="4128" y="5278"/>
                      <a:pt x="4334" y="4957"/>
                      <a:pt x="4128" y="4590"/>
                    </a:cubicBezTo>
                    <a:cubicBezTo>
                      <a:pt x="3949" y="4272"/>
                      <a:pt x="3336" y="4251"/>
                      <a:pt x="3179" y="4251"/>
                    </a:cubicBezTo>
                    <a:cubicBezTo>
                      <a:pt x="3155" y="4251"/>
                      <a:pt x="3142" y="4252"/>
                      <a:pt x="3142" y="4252"/>
                    </a:cubicBezTo>
                    <a:cubicBezTo>
                      <a:pt x="3142" y="4252"/>
                      <a:pt x="3105" y="3064"/>
                      <a:pt x="2856" y="2422"/>
                    </a:cubicBezTo>
                    <a:cubicBezTo>
                      <a:pt x="2607" y="1778"/>
                      <a:pt x="630" y="391"/>
                      <a:pt x="317" y="180"/>
                    </a:cubicBezTo>
                    <a:cubicBezTo>
                      <a:pt x="259" y="34"/>
                      <a:pt x="171" y="1"/>
                      <a:pt x="1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7"/>
              <p:cNvSpPr/>
              <p:nvPr/>
            </p:nvSpPr>
            <p:spPr>
              <a:xfrm>
                <a:off x="7106500" y="1766943"/>
                <a:ext cx="96390" cy="22597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482" extrusionOk="0">
                    <a:moveTo>
                      <a:pt x="19" y="1"/>
                    </a:moveTo>
                    <a:cubicBezTo>
                      <a:pt x="14" y="1"/>
                      <a:pt x="8" y="4"/>
                      <a:pt x="5" y="9"/>
                    </a:cubicBezTo>
                    <a:cubicBezTo>
                      <a:pt x="1" y="16"/>
                      <a:pt x="4" y="26"/>
                      <a:pt x="11" y="30"/>
                    </a:cubicBezTo>
                    <a:cubicBezTo>
                      <a:pt x="22" y="36"/>
                      <a:pt x="285" y="177"/>
                      <a:pt x="1078" y="183"/>
                    </a:cubicBezTo>
                    <a:cubicBezTo>
                      <a:pt x="1855" y="189"/>
                      <a:pt x="2022" y="471"/>
                      <a:pt x="2023" y="474"/>
                    </a:cubicBezTo>
                    <a:cubicBezTo>
                      <a:pt x="2026" y="478"/>
                      <a:pt x="2032" y="481"/>
                      <a:pt x="2037" y="481"/>
                    </a:cubicBezTo>
                    <a:cubicBezTo>
                      <a:pt x="2040" y="481"/>
                      <a:pt x="2042" y="481"/>
                      <a:pt x="2045" y="480"/>
                    </a:cubicBezTo>
                    <a:cubicBezTo>
                      <a:pt x="2052" y="475"/>
                      <a:pt x="2055" y="466"/>
                      <a:pt x="2051" y="458"/>
                    </a:cubicBezTo>
                    <a:cubicBezTo>
                      <a:pt x="2045" y="446"/>
                      <a:pt x="1877" y="159"/>
                      <a:pt x="1078" y="152"/>
                    </a:cubicBezTo>
                    <a:cubicBezTo>
                      <a:pt x="294" y="146"/>
                      <a:pt x="28" y="4"/>
                      <a:pt x="27" y="3"/>
                    </a:cubicBezTo>
                    <a:cubicBezTo>
                      <a:pt x="24" y="1"/>
                      <a:pt x="22" y="1"/>
                      <a:pt x="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7"/>
              <p:cNvSpPr/>
              <p:nvPr/>
            </p:nvSpPr>
            <p:spPr>
              <a:xfrm>
                <a:off x="7105094" y="1807074"/>
                <a:ext cx="29630" cy="161229"/>
              </a:xfrm>
              <a:custGeom>
                <a:avLst/>
                <a:gdLst/>
                <a:ahLst/>
                <a:cxnLst/>
                <a:rect l="l" t="t" r="r" b="b"/>
                <a:pathLst>
                  <a:path w="632" h="3439" extrusionOk="0">
                    <a:moveTo>
                      <a:pt x="614" y="1"/>
                    </a:moveTo>
                    <a:cubicBezTo>
                      <a:pt x="609" y="1"/>
                      <a:pt x="604" y="3"/>
                      <a:pt x="601" y="7"/>
                    </a:cubicBezTo>
                    <a:cubicBezTo>
                      <a:pt x="599" y="10"/>
                      <a:pt x="434" y="270"/>
                      <a:pt x="286" y="819"/>
                    </a:cubicBezTo>
                    <a:cubicBezTo>
                      <a:pt x="150" y="1325"/>
                      <a:pt x="0" y="2188"/>
                      <a:pt x="60" y="3423"/>
                    </a:cubicBezTo>
                    <a:cubicBezTo>
                      <a:pt x="60" y="3432"/>
                      <a:pt x="67" y="3438"/>
                      <a:pt x="75" y="3438"/>
                    </a:cubicBezTo>
                    <a:lnTo>
                      <a:pt x="76" y="3438"/>
                    </a:lnTo>
                    <a:cubicBezTo>
                      <a:pt x="84" y="3438"/>
                      <a:pt x="92" y="3431"/>
                      <a:pt x="90" y="3421"/>
                    </a:cubicBezTo>
                    <a:cubicBezTo>
                      <a:pt x="31" y="2191"/>
                      <a:pt x="179" y="1331"/>
                      <a:pt x="315" y="828"/>
                    </a:cubicBezTo>
                    <a:cubicBezTo>
                      <a:pt x="462" y="283"/>
                      <a:pt x="625" y="27"/>
                      <a:pt x="627" y="24"/>
                    </a:cubicBezTo>
                    <a:cubicBezTo>
                      <a:pt x="631" y="17"/>
                      <a:pt x="628" y="7"/>
                      <a:pt x="622" y="3"/>
                    </a:cubicBezTo>
                    <a:cubicBezTo>
                      <a:pt x="620" y="1"/>
                      <a:pt x="617" y="1"/>
                      <a:pt x="6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7"/>
              <p:cNvSpPr/>
              <p:nvPr/>
            </p:nvSpPr>
            <p:spPr>
              <a:xfrm>
                <a:off x="7094686" y="1777492"/>
                <a:ext cx="9517" cy="187014"/>
              </a:xfrm>
              <a:custGeom>
                <a:avLst/>
                <a:gdLst/>
                <a:ahLst/>
                <a:cxnLst/>
                <a:rect l="l" t="t" r="r" b="b"/>
                <a:pathLst>
                  <a:path w="203" h="3989" extrusionOk="0">
                    <a:moveTo>
                      <a:pt x="100" y="1"/>
                    </a:moveTo>
                    <a:cubicBezTo>
                      <a:pt x="92" y="1"/>
                      <a:pt x="84" y="7"/>
                      <a:pt x="84" y="16"/>
                    </a:cubicBezTo>
                    <a:cubicBezTo>
                      <a:pt x="83" y="39"/>
                      <a:pt x="0" y="2340"/>
                      <a:pt x="170" y="3974"/>
                    </a:cubicBezTo>
                    <a:cubicBezTo>
                      <a:pt x="170" y="3982"/>
                      <a:pt x="178" y="3988"/>
                      <a:pt x="185" y="3988"/>
                    </a:cubicBezTo>
                    <a:lnTo>
                      <a:pt x="187" y="3988"/>
                    </a:lnTo>
                    <a:cubicBezTo>
                      <a:pt x="196" y="3988"/>
                      <a:pt x="202" y="3981"/>
                      <a:pt x="201" y="3971"/>
                    </a:cubicBezTo>
                    <a:cubicBezTo>
                      <a:pt x="31" y="2339"/>
                      <a:pt x="115" y="41"/>
                      <a:pt x="115" y="18"/>
                    </a:cubicBezTo>
                    <a:cubicBezTo>
                      <a:pt x="115" y="9"/>
                      <a:pt x="109" y="1"/>
                      <a:pt x="1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7"/>
              <p:cNvSpPr/>
              <p:nvPr/>
            </p:nvSpPr>
            <p:spPr>
              <a:xfrm>
                <a:off x="7148413" y="1626717"/>
                <a:ext cx="245946" cy="471075"/>
              </a:xfrm>
              <a:custGeom>
                <a:avLst/>
                <a:gdLst/>
                <a:ahLst/>
                <a:cxnLst/>
                <a:rect l="l" t="t" r="r" b="b"/>
                <a:pathLst>
                  <a:path w="5246" h="10048" extrusionOk="0">
                    <a:moveTo>
                      <a:pt x="3507" y="0"/>
                    </a:moveTo>
                    <a:cubicBezTo>
                      <a:pt x="3468" y="138"/>
                      <a:pt x="3426" y="295"/>
                      <a:pt x="3378" y="470"/>
                    </a:cubicBezTo>
                    <a:cubicBezTo>
                      <a:pt x="3005" y="1826"/>
                      <a:pt x="2352" y="4128"/>
                      <a:pt x="1976" y="5091"/>
                    </a:cubicBezTo>
                    <a:cubicBezTo>
                      <a:pt x="1863" y="5382"/>
                      <a:pt x="1701" y="5672"/>
                      <a:pt x="1527" y="5967"/>
                    </a:cubicBezTo>
                    <a:cubicBezTo>
                      <a:pt x="859" y="7097"/>
                      <a:pt x="1" y="8279"/>
                      <a:pt x="921" y="9681"/>
                    </a:cubicBezTo>
                    <a:lnTo>
                      <a:pt x="923" y="9681"/>
                    </a:lnTo>
                    <a:cubicBezTo>
                      <a:pt x="1173" y="9969"/>
                      <a:pt x="1577" y="10048"/>
                      <a:pt x="1944" y="10048"/>
                    </a:cubicBezTo>
                    <a:cubicBezTo>
                      <a:pt x="2117" y="10048"/>
                      <a:pt x="2281" y="10031"/>
                      <a:pt x="2417" y="10010"/>
                    </a:cubicBezTo>
                    <a:cubicBezTo>
                      <a:pt x="2634" y="9976"/>
                      <a:pt x="2817" y="9829"/>
                      <a:pt x="2900" y="9626"/>
                    </a:cubicBezTo>
                    <a:cubicBezTo>
                      <a:pt x="3279" y="8681"/>
                      <a:pt x="4419" y="5600"/>
                      <a:pt x="5202" y="873"/>
                    </a:cubicBezTo>
                    <a:cubicBezTo>
                      <a:pt x="5216" y="788"/>
                      <a:pt x="5230" y="699"/>
                      <a:pt x="5245" y="612"/>
                    </a:cubicBezTo>
                    <a:lnTo>
                      <a:pt x="3507" y="0"/>
                    </a:ln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7"/>
              <p:cNvSpPr/>
              <p:nvPr/>
            </p:nvSpPr>
            <p:spPr>
              <a:xfrm>
                <a:off x="7118174" y="1842283"/>
                <a:ext cx="101923" cy="238304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5083" extrusionOk="0">
                    <a:moveTo>
                      <a:pt x="1313" y="1"/>
                    </a:moveTo>
                    <a:cubicBezTo>
                      <a:pt x="1305" y="53"/>
                      <a:pt x="1297" y="108"/>
                      <a:pt x="1290" y="169"/>
                    </a:cubicBezTo>
                    <a:cubicBezTo>
                      <a:pt x="1271" y="337"/>
                      <a:pt x="1258" y="515"/>
                      <a:pt x="1244" y="698"/>
                    </a:cubicBezTo>
                    <a:cubicBezTo>
                      <a:pt x="1167" y="1744"/>
                      <a:pt x="1100" y="2982"/>
                      <a:pt x="1" y="3738"/>
                    </a:cubicBezTo>
                    <a:lnTo>
                      <a:pt x="565" y="4222"/>
                    </a:lnTo>
                    <a:lnTo>
                      <a:pt x="1568" y="5083"/>
                    </a:lnTo>
                    <a:cubicBezTo>
                      <a:pt x="646" y="3682"/>
                      <a:pt x="1504" y="2499"/>
                      <a:pt x="2173" y="1369"/>
                    </a:cubicBezTo>
                    <a:cubicBezTo>
                      <a:pt x="2071" y="1226"/>
                      <a:pt x="1965" y="1067"/>
                      <a:pt x="1865" y="909"/>
                    </a:cubicBezTo>
                    <a:cubicBezTo>
                      <a:pt x="1829" y="854"/>
                      <a:pt x="1794" y="801"/>
                      <a:pt x="1762" y="747"/>
                    </a:cubicBezTo>
                    <a:cubicBezTo>
                      <a:pt x="1560" y="426"/>
                      <a:pt x="1387" y="131"/>
                      <a:pt x="1313" y="1"/>
                    </a:cubicBezTo>
                    <a:close/>
                  </a:path>
                </a:pathLst>
              </a:custGeom>
              <a:solidFill>
                <a:srgbClr val="F4A6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7"/>
              <p:cNvSpPr/>
              <p:nvPr/>
            </p:nvSpPr>
            <p:spPr>
              <a:xfrm>
                <a:off x="7179684" y="1815748"/>
                <a:ext cx="24051" cy="61604"/>
              </a:xfrm>
              <a:custGeom>
                <a:avLst/>
                <a:gdLst/>
                <a:ahLst/>
                <a:cxnLst/>
                <a:rect l="l" t="t" r="r" b="b"/>
                <a:pathLst>
                  <a:path w="513" h="1314" extrusionOk="0">
                    <a:moveTo>
                      <a:pt x="290" y="1"/>
                    </a:moveTo>
                    <a:cubicBezTo>
                      <a:pt x="188" y="1"/>
                      <a:pt x="73" y="119"/>
                      <a:pt x="2" y="567"/>
                    </a:cubicBezTo>
                    <a:lnTo>
                      <a:pt x="1" y="567"/>
                    </a:lnTo>
                    <a:cubicBezTo>
                      <a:pt x="75" y="697"/>
                      <a:pt x="248" y="992"/>
                      <a:pt x="449" y="1313"/>
                    </a:cubicBezTo>
                    <a:cubicBezTo>
                      <a:pt x="513" y="720"/>
                      <a:pt x="502" y="153"/>
                      <a:pt x="502" y="153"/>
                    </a:cubicBezTo>
                    <a:cubicBezTo>
                      <a:pt x="497" y="145"/>
                      <a:pt x="401" y="1"/>
                      <a:pt x="2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7"/>
              <p:cNvSpPr/>
              <p:nvPr/>
            </p:nvSpPr>
            <p:spPr>
              <a:xfrm>
                <a:off x="7118174" y="1842283"/>
                <a:ext cx="87436" cy="197985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4223" extrusionOk="0">
                    <a:moveTo>
                      <a:pt x="1313" y="1"/>
                    </a:moveTo>
                    <a:cubicBezTo>
                      <a:pt x="1305" y="53"/>
                      <a:pt x="1297" y="108"/>
                      <a:pt x="1290" y="169"/>
                    </a:cubicBezTo>
                    <a:cubicBezTo>
                      <a:pt x="1271" y="337"/>
                      <a:pt x="1258" y="515"/>
                      <a:pt x="1244" y="698"/>
                    </a:cubicBezTo>
                    <a:cubicBezTo>
                      <a:pt x="1167" y="1744"/>
                      <a:pt x="1100" y="2982"/>
                      <a:pt x="1" y="3738"/>
                    </a:cubicBezTo>
                    <a:lnTo>
                      <a:pt x="565" y="4222"/>
                    </a:lnTo>
                    <a:cubicBezTo>
                      <a:pt x="735" y="3062"/>
                      <a:pt x="1654" y="1299"/>
                      <a:pt x="1865" y="909"/>
                    </a:cubicBezTo>
                    <a:cubicBezTo>
                      <a:pt x="1829" y="854"/>
                      <a:pt x="1794" y="801"/>
                      <a:pt x="1762" y="747"/>
                    </a:cubicBezTo>
                    <a:cubicBezTo>
                      <a:pt x="1560" y="426"/>
                      <a:pt x="1387" y="131"/>
                      <a:pt x="13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7"/>
              <p:cNvSpPr/>
              <p:nvPr/>
            </p:nvSpPr>
            <p:spPr>
              <a:xfrm>
                <a:off x="7294593" y="1382647"/>
                <a:ext cx="209705" cy="281295"/>
              </a:xfrm>
              <a:custGeom>
                <a:avLst/>
                <a:gdLst/>
                <a:ahLst/>
                <a:cxnLst/>
                <a:rect l="l" t="t" r="r" b="b"/>
                <a:pathLst>
                  <a:path w="4473" h="6000" extrusionOk="0">
                    <a:moveTo>
                      <a:pt x="1819" y="0"/>
                    </a:moveTo>
                    <a:cubicBezTo>
                      <a:pt x="1794" y="0"/>
                      <a:pt x="1770" y="16"/>
                      <a:pt x="1762" y="40"/>
                    </a:cubicBezTo>
                    <a:lnTo>
                      <a:pt x="11" y="5007"/>
                    </a:lnTo>
                    <a:cubicBezTo>
                      <a:pt x="0" y="5040"/>
                      <a:pt x="17" y="5075"/>
                      <a:pt x="49" y="5085"/>
                    </a:cubicBezTo>
                    <a:lnTo>
                      <a:pt x="389" y="5206"/>
                    </a:lnTo>
                    <a:lnTo>
                      <a:pt x="2127" y="5818"/>
                    </a:lnTo>
                    <a:lnTo>
                      <a:pt x="2633" y="5997"/>
                    </a:lnTo>
                    <a:cubicBezTo>
                      <a:pt x="2640" y="5999"/>
                      <a:pt x="2646" y="6000"/>
                      <a:pt x="2653" y="6000"/>
                    </a:cubicBezTo>
                    <a:cubicBezTo>
                      <a:pt x="2679" y="6000"/>
                      <a:pt x="2703" y="5984"/>
                      <a:pt x="2711" y="5960"/>
                    </a:cubicBezTo>
                    <a:lnTo>
                      <a:pt x="4460" y="991"/>
                    </a:lnTo>
                    <a:cubicBezTo>
                      <a:pt x="4472" y="960"/>
                      <a:pt x="4456" y="925"/>
                      <a:pt x="4423" y="915"/>
                    </a:cubicBezTo>
                    <a:lnTo>
                      <a:pt x="1838" y="3"/>
                    </a:lnTo>
                    <a:cubicBezTo>
                      <a:pt x="1832" y="1"/>
                      <a:pt x="1825" y="0"/>
                      <a:pt x="1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7"/>
              <p:cNvSpPr/>
              <p:nvPr/>
            </p:nvSpPr>
            <p:spPr>
              <a:xfrm>
                <a:off x="7277387" y="1376552"/>
                <a:ext cx="103423" cy="244539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5216" extrusionOk="0">
                    <a:moveTo>
                      <a:pt x="1817" y="1"/>
                    </a:moveTo>
                    <a:cubicBezTo>
                      <a:pt x="1793" y="1"/>
                      <a:pt x="1770" y="17"/>
                      <a:pt x="1762" y="42"/>
                    </a:cubicBezTo>
                    <a:lnTo>
                      <a:pt x="11" y="5009"/>
                    </a:lnTo>
                    <a:cubicBezTo>
                      <a:pt x="0" y="5041"/>
                      <a:pt x="17" y="5076"/>
                      <a:pt x="48" y="5087"/>
                    </a:cubicBezTo>
                    <a:lnTo>
                      <a:pt x="415" y="5215"/>
                    </a:lnTo>
                    <a:lnTo>
                      <a:pt x="415" y="5215"/>
                    </a:lnTo>
                    <a:cubicBezTo>
                      <a:pt x="384" y="5204"/>
                      <a:pt x="368" y="5169"/>
                      <a:pt x="378" y="5139"/>
                    </a:cubicBezTo>
                    <a:lnTo>
                      <a:pt x="2129" y="172"/>
                    </a:lnTo>
                    <a:cubicBezTo>
                      <a:pt x="2137" y="146"/>
                      <a:pt x="2161" y="130"/>
                      <a:pt x="2186" y="130"/>
                    </a:cubicBezTo>
                    <a:cubicBezTo>
                      <a:pt x="2192" y="130"/>
                      <a:pt x="2199" y="131"/>
                      <a:pt x="2205" y="133"/>
                    </a:cubicBezTo>
                    <a:lnTo>
                      <a:pt x="1838" y="5"/>
                    </a:lnTo>
                    <a:cubicBezTo>
                      <a:pt x="1831" y="2"/>
                      <a:pt x="1824" y="1"/>
                      <a:pt x="1817" y="1"/>
                    </a:cubicBezTo>
                    <a:close/>
                    <a:moveTo>
                      <a:pt x="415" y="5215"/>
                    </a:moveTo>
                    <a:cubicBezTo>
                      <a:pt x="415" y="5215"/>
                      <a:pt x="416" y="5215"/>
                      <a:pt x="416" y="5215"/>
                    </a:cubicBezTo>
                    <a:lnTo>
                      <a:pt x="415" y="52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7"/>
              <p:cNvSpPr/>
              <p:nvPr/>
            </p:nvSpPr>
            <p:spPr>
              <a:xfrm>
                <a:off x="7406595" y="1432390"/>
                <a:ext cx="35631" cy="40038"/>
              </a:xfrm>
              <a:custGeom>
                <a:avLst/>
                <a:gdLst/>
                <a:ahLst/>
                <a:cxnLst/>
                <a:rect l="l" t="t" r="r" b="b"/>
                <a:pathLst>
                  <a:path w="760" h="854" extrusionOk="0">
                    <a:moveTo>
                      <a:pt x="447" y="1"/>
                    </a:moveTo>
                    <a:cubicBezTo>
                      <a:pt x="302" y="1"/>
                      <a:pt x="149" y="129"/>
                      <a:pt x="82" y="321"/>
                    </a:cubicBezTo>
                    <a:cubicBezTo>
                      <a:pt x="1" y="549"/>
                      <a:pt x="70" y="782"/>
                      <a:pt x="235" y="840"/>
                    </a:cubicBezTo>
                    <a:cubicBezTo>
                      <a:pt x="260" y="849"/>
                      <a:pt x="287" y="853"/>
                      <a:pt x="314" y="853"/>
                    </a:cubicBezTo>
                    <a:cubicBezTo>
                      <a:pt x="459" y="853"/>
                      <a:pt x="611" y="725"/>
                      <a:pt x="678" y="532"/>
                    </a:cubicBezTo>
                    <a:cubicBezTo>
                      <a:pt x="759" y="305"/>
                      <a:pt x="691" y="72"/>
                      <a:pt x="525" y="14"/>
                    </a:cubicBezTo>
                    <a:cubicBezTo>
                      <a:pt x="500" y="5"/>
                      <a:pt x="473" y="1"/>
                      <a:pt x="4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7"/>
              <p:cNvSpPr/>
              <p:nvPr/>
            </p:nvSpPr>
            <p:spPr>
              <a:xfrm>
                <a:off x="7410768" y="1436046"/>
                <a:ext cx="27286" cy="3272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98" extrusionOk="0">
                    <a:moveTo>
                      <a:pt x="358" y="1"/>
                    </a:moveTo>
                    <a:cubicBezTo>
                      <a:pt x="246" y="1"/>
                      <a:pt x="122" y="111"/>
                      <a:pt x="65" y="269"/>
                    </a:cubicBezTo>
                    <a:cubicBezTo>
                      <a:pt x="1" y="453"/>
                      <a:pt x="50" y="646"/>
                      <a:pt x="172" y="688"/>
                    </a:cubicBezTo>
                    <a:cubicBezTo>
                      <a:pt x="189" y="694"/>
                      <a:pt x="206" y="697"/>
                      <a:pt x="224" y="697"/>
                    </a:cubicBezTo>
                    <a:cubicBezTo>
                      <a:pt x="336" y="697"/>
                      <a:pt x="461" y="587"/>
                      <a:pt x="516" y="428"/>
                    </a:cubicBezTo>
                    <a:cubicBezTo>
                      <a:pt x="582" y="245"/>
                      <a:pt x="533" y="52"/>
                      <a:pt x="410" y="10"/>
                    </a:cubicBezTo>
                    <a:cubicBezTo>
                      <a:pt x="394" y="4"/>
                      <a:pt x="376" y="1"/>
                      <a:pt x="358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7"/>
              <p:cNvSpPr/>
              <p:nvPr/>
            </p:nvSpPr>
            <p:spPr>
              <a:xfrm>
                <a:off x="7342038" y="1397321"/>
                <a:ext cx="23347" cy="52837"/>
              </a:xfrm>
              <a:custGeom>
                <a:avLst/>
                <a:gdLst/>
                <a:ahLst/>
                <a:cxnLst/>
                <a:rect l="l" t="t" r="r" b="b"/>
                <a:pathLst>
                  <a:path w="498" h="1127" extrusionOk="0">
                    <a:moveTo>
                      <a:pt x="403" y="1"/>
                    </a:moveTo>
                    <a:cubicBezTo>
                      <a:pt x="390" y="7"/>
                      <a:pt x="383" y="10"/>
                      <a:pt x="370" y="16"/>
                    </a:cubicBezTo>
                    <a:lnTo>
                      <a:pt x="0" y="1066"/>
                    </a:lnTo>
                    <a:cubicBezTo>
                      <a:pt x="7" y="1079"/>
                      <a:pt x="10" y="1086"/>
                      <a:pt x="16" y="1099"/>
                    </a:cubicBezTo>
                    <a:lnTo>
                      <a:pt x="95" y="1126"/>
                    </a:lnTo>
                    <a:cubicBezTo>
                      <a:pt x="108" y="1121"/>
                      <a:pt x="114" y="1117"/>
                      <a:pt x="127" y="1111"/>
                    </a:cubicBezTo>
                    <a:lnTo>
                      <a:pt x="497" y="60"/>
                    </a:lnTo>
                    <a:cubicBezTo>
                      <a:pt x="491" y="48"/>
                      <a:pt x="488" y="42"/>
                      <a:pt x="482" y="28"/>
                    </a:cubicBez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7"/>
              <p:cNvSpPr/>
              <p:nvPr/>
            </p:nvSpPr>
            <p:spPr>
              <a:xfrm>
                <a:off x="7395015" y="1498822"/>
                <a:ext cx="85420" cy="59259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1264" extrusionOk="0">
                    <a:moveTo>
                      <a:pt x="455" y="1"/>
                    </a:moveTo>
                    <a:cubicBezTo>
                      <a:pt x="48" y="1"/>
                      <a:pt x="1" y="406"/>
                      <a:pt x="344" y="487"/>
                    </a:cubicBezTo>
                    <a:cubicBezTo>
                      <a:pt x="831" y="601"/>
                      <a:pt x="1078" y="828"/>
                      <a:pt x="1204" y="1017"/>
                    </a:cubicBezTo>
                    <a:cubicBezTo>
                      <a:pt x="1337" y="1100"/>
                      <a:pt x="1427" y="1182"/>
                      <a:pt x="1483" y="1263"/>
                    </a:cubicBezTo>
                    <a:cubicBezTo>
                      <a:pt x="1763" y="1138"/>
                      <a:pt x="1821" y="985"/>
                      <a:pt x="1789" y="768"/>
                    </a:cubicBezTo>
                    <a:cubicBezTo>
                      <a:pt x="1757" y="543"/>
                      <a:pt x="1457" y="274"/>
                      <a:pt x="701" y="42"/>
                    </a:cubicBezTo>
                    <a:cubicBezTo>
                      <a:pt x="608" y="13"/>
                      <a:pt x="526" y="1"/>
                      <a:pt x="455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7"/>
              <p:cNvSpPr/>
              <p:nvPr/>
            </p:nvSpPr>
            <p:spPr>
              <a:xfrm>
                <a:off x="7383904" y="1529811"/>
                <a:ext cx="85420" cy="59213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1263" extrusionOk="0">
                    <a:moveTo>
                      <a:pt x="454" y="0"/>
                    </a:moveTo>
                    <a:cubicBezTo>
                      <a:pt x="47" y="0"/>
                      <a:pt x="1" y="406"/>
                      <a:pt x="344" y="486"/>
                    </a:cubicBezTo>
                    <a:cubicBezTo>
                      <a:pt x="831" y="601"/>
                      <a:pt x="1078" y="829"/>
                      <a:pt x="1204" y="1017"/>
                    </a:cubicBezTo>
                    <a:cubicBezTo>
                      <a:pt x="1337" y="1099"/>
                      <a:pt x="1427" y="1182"/>
                      <a:pt x="1483" y="1263"/>
                    </a:cubicBezTo>
                    <a:cubicBezTo>
                      <a:pt x="1763" y="1138"/>
                      <a:pt x="1821" y="985"/>
                      <a:pt x="1789" y="768"/>
                    </a:cubicBezTo>
                    <a:cubicBezTo>
                      <a:pt x="1781" y="714"/>
                      <a:pt x="1760" y="659"/>
                      <a:pt x="1720" y="602"/>
                    </a:cubicBezTo>
                    <a:cubicBezTo>
                      <a:pt x="1664" y="521"/>
                      <a:pt x="1572" y="439"/>
                      <a:pt x="1441" y="356"/>
                    </a:cubicBezTo>
                    <a:cubicBezTo>
                      <a:pt x="1268" y="248"/>
                      <a:pt x="1028" y="141"/>
                      <a:pt x="701" y="41"/>
                    </a:cubicBezTo>
                    <a:cubicBezTo>
                      <a:pt x="608" y="13"/>
                      <a:pt x="525" y="0"/>
                      <a:pt x="454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7"/>
              <p:cNvSpPr/>
              <p:nvPr/>
            </p:nvSpPr>
            <p:spPr>
              <a:xfrm>
                <a:off x="7372793" y="1560707"/>
                <a:ext cx="85326" cy="58134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240" extrusionOk="0">
                    <a:moveTo>
                      <a:pt x="456" y="1"/>
                    </a:moveTo>
                    <a:cubicBezTo>
                      <a:pt x="48" y="1"/>
                      <a:pt x="1" y="406"/>
                      <a:pt x="346" y="488"/>
                    </a:cubicBezTo>
                    <a:cubicBezTo>
                      <a:pt x="727" y="578"/>
                      <a:pt x="961" y="737"/>
                      <a:pt x="1104" y="891"/>
                    </a:cubicBezTo>
                    <a:cubicBezTo>
                      <a:pt x="1335" y="1009"/>
                      <a:pt x="1470" y="1128"/>
                      <a:pt x="1534" y="1240"/>
                    </a:cubicBezTo>
                    <a:cubicBezTo>
                      <a:pt x="1771" y="1121"/>
                      <a:pt x="1820" y="972"/>
                      <a:pt x="1791" y="769"/>
                    </a:cubicBezTo>
                    <a:cubicBezTo>
                      <a:pt x="1783" y="716"/>
                      <a:pt x="1760" y="661"/>
                      <a:pt x="1720" y="604"/>
                    </a:cubicBezTo>
                    <a:cubicBezTo>
                      <a:pt x="1664" y="523"/>
                      <a:pt x="1574" y="440"/>
                      <a:pt x="1441" y="356"/>
                    </a:cubicBezTo>
                    <a:cubicBezTo>
                      <a:pt x="1269" y="249"/>
                      <a:pt x="1028" y="142"/>
                      <a:pt x="701" y="41"/>
                    </a:cubicBezTo>
                    <a:cubicBezTo>
                      <a:pt x="608" y="13"/>
                      <a:pt x="527" y="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7"/>
              <p:cNvSpPr/>
              <p:nvPr/>
            </p:nvSpPr>
            <p:spPr>
              <a:xfrm>
                <a:off x="7367870" y="1590571"/>
                <a:ext cx="80450" cy="58181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241" extrusionOk="0">
                    <a:moveTo>
                      <a:pt x="429" y="1"/>
                    </a:moveTo>
                    <a:cubicBezTo>
                      <a:pt x="45" y="1"/>
                      <a:pt x="1" y="381"/>
                      <a:pt x="324" y="458"/>
                    </a:cubicBezTo>
                    <a:cubicBezTo>
                      <a:pt x="1186" y="661"/>
                      <a:pt x="1249" y="1241"/>
                      <a:pt x="1249" y="1241"/>
                    </a:cubicBezTo>
                    <a:cubicBezTo>
                      <a:pt x="1636" y="1114"/>
                      <a:pt x="1715" y="958"/>
                      <a:pt x="1680" y="721"/>
                    </a:cubicBezTo>
                    <a:cubicBezTo>
                      <a:pt x="1676" y="682"/>
                      <a:pt x="1662" y="644"/>
                      <a:pt x="1639" y="603"/>
                    </a:cubicBezTo>
                    <a:cubicBezTo>
                      <a:pt x="1575" y="491"/>
                      <a:pt x="1440" y="372"/>
                      <a:pt x="1209" y="254"/>
                    </a:cubicBezTo>
                    <a:cubicBezTo>
                      <a:pt x="1066" y="181"/>
                      <a:pt x="884" y="109"/>
                      <a:pt x="659" y="39"/>
                    </a:cubicBezTo>
                    <a:cubicBezTo>
                      <a:pt x="572" y="12"/>
                      <a:pt x="495" y="1"/>
                      <a:pt x="429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7"/>
              <p:cNvSpPr/>
              <p:nvPr/>
            </p:nvSpPr>
            <p:spPr>
              <a:xfrm>
                <a:off x="6721361" y="1361363"/>
                <a:ext cx="157525" cy="153868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328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" y="60"/>
                      <a:pt x="7" y="126"/>
                      <a:pt x="10" y="194"/>
                    </a:cubicBezTo>
                    <a:cubicBezTo>
                      <a:pt x="12" y="220"/>
                      <a:pt x="12" y="248"/>
                      <a:pt x="13" y="274"/>
                    </a:cubicBezTo>
                    <a:cubicBezTo>
                      <a:pt x="13" y="289"/>
                      <a:pt x="15" y="305"/>
                      <a:pt x="15" y="320"/>
                    </a:cubicBezTo>
                    <a:cubicBezTo>
                      <a:pt x="15" y="363"/>
                      <a:pt x="16" y="407"/>
                      <a:pt x="16" y="453"/>
                    </a:cubicBezTo>
                    <a:lnTo>
                      <a:pt x="16" y="454"/>
                    </a:lnTo>
                    <a:cubicBezTo>
                      <a:pt x="19" y="577"/>
                      <a:pt x="19" y="707"/>
                      <a:pt x="18" y="841"/>
                    </a:cubicBezTo>
                    <a:cubicBezTo>
                      <a:pt x="18" y="875"/>
                      <a:pt x="18" y="908"/>
                      <a:pt x="18" y="944"/>
                    </a:cubicBezTo>
                    <a:cubicBezTo>
                      <a:pt x="18" y="960"/>
                      <a:pt x="16" y="977"/>
                      <a:pt x="16" y="994"/>
                    </a:cubicBezTo>
                    <a:cubicBezTo>
                      <a:pt x="16" y="1029"/>
                      <a:pt x="16" y="1063"/>
                      <a:pt x="15" y="1098"/>
                    </a:cubicBezTo>
                    <a:cubicBezTo>
                      <a:pt x="15" y="1115"/>
                      <a:pt x="15" y="1133"/>
                      <a:pt x="15" y="1150"/>
                    </a:cubicBezTo>
                    <a:cubicBezTo>
                      <a:pt x="13" y="1168"/>
                      <a:pt x="13" y="1185"/>
                      <a:pt x="13" y="1202"/>
                    </a:cubicBezTo>
                    <a:cubicBezTo>
                      <a:pt x="13" y="1223"/>
                      <a:pt x="12" y="1243"/>
                      <a:pt x="12" y="1265"/>
                    </a:cubicBezTo>
                    <a:cubicBezTo>
                      <a:pt x="10" y="1349"/>
                      <a:pt x="9" y="1434"/>
                      <a:pt x="6" y="1520"/>
                    </a:cubicBezTo>
                    <a:cubicBezTo>
                      <a:pt x="1164" y="3163"/>
                      <a:pt x="2865" y="3281"/>
                      <a:pt x="3331" y="3281"/>
                    </a:cubicBezTo>
                    <a:cubicBezTo>
                      <a:pt x="3341" y="3281"/>
                      <a:pt x="3351" y="3281"/>
                      <a:pt x="3360" y="3281"/>
                    </a:cubicBezTo>
                    <a:cubicBezTo>
                      <a:pt x="3355" y="3249"/>
                      <a:pt x="3351" y="3215"/>
                      <a:pt x="3348" y="3183"/>
                    </a:cubicBezTo>
                    <a:cubicBezTo>
                      <a:pt x="3345" y="3159"/>
                      <a:pt x="3343" y="3134"/>
                      <a:pt x="3340" y="3110"/>
                    </a:cubicBezTo>
                    <a:cubicBezTo>
                      <a:pt x="2559" y="3020"/>
                      <a:pt x="1522" y="2502"/>
                      <a:pt x="249" y="1152"/>
                    </a:cubicBezTo>
                    <a:cubicBezTo>
                      <a:pt x="242" y="1142"/>
                      <a:pt x="233" y="1127"/>
                      <a:pt x="227" y="1118"/>
                    </a:cubicBezTo>
                    <a:cubicBezTo>
                      <a:pt x="224" y="1113"/>
                      <a:pt x="223" y="1110"/>
                      <a:pt x="221" y="1106"/>
                    </a:cubicBezTo>
                    <a:cubicBezTo>
                      <a:pt x="218" y="1101"/>
                      <a:pt x="217" y="1096"/>
                      <a:pt x="215" y="1092"/>
                    </a:cubicBezTo>
                    <a:cubicBezTo>
                      <a:pt x="207" y="1075"/>
                      <a:pt x="201" y="1057"/>
                      <a:pt x="195" y="1038"/>
                    </a:cubicBezTo>
                    <a:cubicBezTo>
                      <a:pt x="192" y="1032"/>
                      <a:pt x="191" y="1025"/>
                      <a:pt x="187" y="1019"/>
                    </a:cubicBezTo>
                    <a:cubicBezTo>
                      <a:pt x="181" y="999"/>
                      <a:pt x="175" y="977"/>
                      <a:pt x="168" y="956"/>
                    </a:cubicBezTo>
                    <a:cubicBezTo>
                      <a:pt x="166" y="948"/>
                      <a:pt x="165" y="941"/>
                      <a:pt x="161" y="933"/>
                    </a:cubicBezTo>
                    <a:cubicBezTo>
                      <a:pt x="160" y="927"/>
                      <a:pt x="158" y="921"/>
                      <a:pt x="155" y="913"/>
                    </a:cubicBezTo>
                    <a:cubicBezTo>
                      <a:pt x="155" y="908"/>
                      <a:pt x="154" y="904"/>
                      <a:pt x="152" y="898"/>
                    </a:cubicBezTo>
                    <a:cubicBezTo>
                      <a:pt x="151" y="893"/>
                      <a:pt x="149" y="887"/>
                      <a:pt x="148" y="881"/>
                    </a:cubicBezTo>
                    <a:cubicBezTo>
                      <a:pt x="143" y="866"/>
                      <a:pt x="140" y="849"/>
                      <a:pt x="135" y="832"/>
                    </a:cubicBezTo>
                    <a:cubicBezTo>
                      <a:pt x="134" y="826"/>
                      <a:pt x="132" y="818"/>
                      <a:pt x="131" y="811"/>
                    </a:cubicBezTo>
                    <a:cubicBezTo>
                      <a:pt x="79" y="584"/>
                      <a:pt x="36" y="292"/>
                      <a:pt x="1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7"/>
              <p:cNvSpPr/>
              <p:nvPr/>
            </p:nvSpPr>
            <p:spPr>
              <a:xfrm>
                <a:off x="6896936" y="1195164"/>
                <a:ext cx="47820" cy="206611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4407" extrusionOk="0">
                    <a:moveTo>
                      <a:pt x="26" y="1"/>
                    </a:moveTo>
                    <a:cubicBezTo>
                      <a:pt x="24" y="1"/>
                      <a:pt x="22" y="1"/>
                      <a:pt x="20" y="1"/>
                    </a:cubicBezTo>
                    <a:cubicBezTo>
                      <a:pt x="8" y="4"/>
                      <a:pt x="0" y="18"/>
                      <a:pt x="5" y="30"/>
                    </a:cubicBezTo>
                    <a:cubicBezTo>
                      <a:pt x="9" y="47"/>
                      <a:pt x="491" y="1743"/>
                      <a:pt x="581" y="3429"/>
                    </a:cubicBezTo>
                    <a:cubicBezTo>
                      <a:pt x="581" y="3437"/>
                      <a:pt x="586" y="3444"/>
                      <a:pt x="592" y="3449"/>
                    </a:cubicBezTo>
                    <a:cubicBezTo>
                      <a:pt x="596" y="3451"/>
                      <a:pt x="601" y="3452"/>
                      <a:pt x="605" y="3452"/>
                    </a:cubicBezTo>
                    <a:cubicBezTo>
                      <a:pt x="608" y="3452"/>
                      <a:pt x="611" y="3452"/>
                      <a:pt x="613" y="3451"/>
                    </a:cubicBezTo>
                    <a:lnTo>
                      <a:pt x="913" y="3319"/>
                    </a:lnTo>
                    <a:cubicBezTo>
                      <a:pt x="918" y="3317"/>
                      <a:pt x="923" y="3316"/>
                      <a:pt x="928" y="3316"/>
                    </a:cubicBezTo>
                    <a:cubicBezTo>
                      <a:pt x="937" y="3316"/>
                      <a:pt x="946" y="3319"/>
                      <a:pt x="954" y="3325"/>
                    </a:cubicBezTo>
                    <a:cubicBezTo>
                      <a:pt x="965" y="3336"/>
                      <a:pt x="969" y="3351"/>
                      <a:pt x="966" y="3365"/>
                    </a:cubicBezTo>
                    <a:cubicBezTo>
                      <a:pt x="922" y="3524"/>
                      <a:pt x="817" y="3801"/>
                      <a:pt x="612" y="3865"/>
                    </a:cubicBezTo>
                    <a:cubicBezTo>
                      <a:pt x="603" y="3868"/>
                      <a:pt x="595" y="3876"/>
                      <a:pt x="595" y="3886"/>
                    </a:cubicBezTo>
                    <a:cubicBezTo>
                      <a:pt x="593" y="3949"/>
                      <a:pt x="592" y="4015"/>
                      <a:pt x="592" y="4077"/>
                    </a:cubicBezTo>
                    <a:cubicBezTo>
                      <a:pt x="590" y="4177"/>
                      <a:pt x="590" y="4281"/>
                      <a:pt x="584" y="4382"/>
                    </a:cubicBezTo>
                    <a:cubicBezTo>
                      <a:pt x="584" y="4394"/>
                      <a:pt x="593" y="4405"/>
                      <a:pt x="606" y="4406"/>
                    </a:cubicBezTo>
                    <a:lnTo>
                      <a:pt x="609" y="4406"/>
                    </a:lnTo>
                    <a:cubicBezTo>
                      <a:pt x="621" y="4406"/>
                      <a:pt x="632" y="4395"/>
                      <a:pt x="632" y="4383"/>
                    </a:cubicBezTo>
                    <a:cubicBezTo>
                      <a:pt x="636" y="4282"/>
                      <a:pt x="638" y="4178"/>
                      <a:pt x="639" y="4077"/>
                    </a:cubicBezTo>
                    <a:cubicBezTo>
                      <a:pt x="639" y="4019"/>
                      <a:pt x="641" y="3961"/>
                      <a:pt x="642" y="3903"/>
                    </a:cubicBezTo>
                    <a:cubicBezTo>
                      <a:pt x="858" y="3825"/>
                      <a:pt x="966" y="3542"/>
                      <a:pt x="1011" y="3379"/>
                    </a:cubicBezTo>
                    <a:cubicBezTo>
                      <a:pt x="1020" y="3345"/>
                      <a:pt x="1011" y="3311"/>
                      <a:pt x="985" y="3290"/>
                    </a:cubicBezTo>
                    <a:cubicBezTo>
                      <a:pt x="968" y="3276"/>
                      <a:pt x="948" y="3269"/>
                      <a:pt x="928" y="3269"/>
                    </a:cubicBezTo>
                    <a:cubicBezTo>
                      <a:pt x="917" y="3269"/>
                      <a:pt x="906" y="3271"/>
                      <a:pt x="895" y="3276"/>
                    </a:cubicBezTo>
                    <a:lnTo>
                      <a:pt x="625" y="3394"/>
                    </a:lnTo>
                    <a:cubicBezTo>
                      <a:pt x="532" y="1712"/>
                      <a:pt x="54" y="35"/>
                      <a:pt x="49" y="17"/>
                    </a:cubicBezTo>
                    <a:cubicBezTo>
                      <a:pt x="47" y="7"/>
                      <a:pt x="37" y="1"/>
                      <a:pt x="2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7"/>
              <p:cNvSpPr/>
              <p:nvPr/>
            </p:nvSpPr>
            <p:spPr>
              <a:xfrm>
                <a:off x="6911985" y="1432155"/>
                <a:ext cx="15893" cy="51383"/>
              </a:xfrm>
              <a:custGeom>
                <a:avLst/>
                <a:gdLst/>
                <a:ahLst/>
                <a:cxnLst/>
                <a:rect l="l" t="t" r="r" b="b"/>
                <a:pathLst>
                  <a:path w="339" h="1096" extrusionOk="0">
                    <a:moveTo>
                      <a:pt x="25" y="0"/>
                    </a:moveTo>
                    <a:cubicBezTo>
                      <a:pt x="15" y="0"/>
                      <a:pt x="6" y="7"/>
                      <a:pt x="3" y="19"/>
                    </a:cubicBezTo>
                    <a:cubicBezTo>
                      <a:pt x="0" y="31"/>
                      <a:pt x="8" y="44"/>
                      <a:pt x="20" y="47"/>
                    </a:cubicBezTo>
                    <a:cubicBezTo>
                      <a:pt x="75" y="60"/>
                      <a:pt x="214" y="103"/>
                      <a:pt x="274" y="163"/>
                    </a:cubicBezTo>
                    <a:cubicBezTo>
                      <a:pt x="170" y="190"/>
                      <a:pt x="87" y="192"/>
                      <a:pt x="87" y="192"/>
                    </a:cubicBezTo>
                    <a:cubicBezTo>
                      <a:pt x="80" y="192"/>
                      <a:pt x="74" y="195"/>
                      <a:pt x="69" y="200"/>
                    </a:cubicBezTo>
                    <a:cubicBezTo>
                      <a:pt x="64" y="206"/>
                      <a:pt x="63" y="213"/>
                      <a:pt x="64" y="219"/>
                    </a:cubicBezTo>
                    <a:cubicBezTo>
                      <a:pt x="64" y="226"/>
                      <a:pt x="181" y="787"/>
                      <a:pt x="147" y="1069"/>
                    </a:cubicBezTo>
                    <a:cubicBezTo>
                      <a:pt x="145" y="1083"/>
                      <a:pt x="155" y="1094"/>
                      <a:pt x="167" y="1095"/>
                    </a:cubicBezTo>
                    <a:lnTo>
                      <a:pt x="170" y="1095"/>
                    </a:lnTo>
                    <a:cubicBezTo>
                      <a:pt x="181" y="1095"/>
                      <a:pt x="191" y="1086"/>
                      <a:pt x="193" y="1076"/>
                    </a:cubicBezTo>
                    <a:cubicBezTo>
                      <a:pt x="225" y="817"/>
                      <a:pt x="138" y="354"/>
                      <a:pt x="115" y="236"/>
                    </a:cubicBezTo>
                    <a:cubicBezTo>
                      <a:pt x="155" y="235"/>
                      <a:pt x="233" y="226"/>
                      <a:pt x="321" y="198"/>
                    </a:cubicBezTo>
                    <a:cubicBezTo>
                      <a:pt x="327" y="195"/>
                      <a:pt x="334" y="190"/>
                      <a:pt x="335" y="184"/>
                    </a:cubicBezTo>
                    <a:cubicBezTo>
                      <a:pt x="338" y="177"/>
                      <a:pt x="338" y="169"/>
                      <a:pt x="334" y="163"/>
                    </a:cubicBezTo>
                    <a:cubicBezTo>
                      <a:pt x="274" y="60"/>
                      <a:pt x="41" y="4"/>
                      <a:pt x="31" y="1"/>
                    </a:cubicBezTo>
                    <a:cubicBezTo>
                      <a:pt x="29" y="0"/>
                      <a:pt x="27" y="0"/>
                      <a:pt x="2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7"/>
              <p:cNvSpPr/>
              <p:nvPr/>
            </p:nvSpPr>
            <p:spPr>
              <a:xfrm>
                <a:off x="6930879" y="1220059"/>
                <a:ext cx="13737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293" h="838" extrusionOk="0">
                    <a:moveTo>
                      <a:pt x="114" y="1"/>
                    </a:moveTo>
                    <a:cubicBezTo>
                      <a:pt x="113" y="1"/>
                      <a:pt x="112" y="1"/>
                      <a:pt x="111" y="1"/>
                    </a:cubicBezTo>
                    <a:cubicBezTo>
                      <a:pt x="41" y="7"/>
                      <a:pt x="1" y="200"/>
                      <a:pt x="21" y="431"/>
                    </a:cubicBezTo>
                    <a:cubicBezTo>
                      <a:pt x="40" y="658"/>
                      <a:pt x="110" y="837"/>
                      <a:pt x="179" y="837"/>
                    </a:cubicBezTo>
                    <a:cubicBezTo>
                      <a:pt x="180" y="837"/>
                      <a:pt x="182" y="837"/>
                      <a:pt x="183" y="837"/>
                    </a:cubicBezTo>
                    <a:cubicBezTo>
                      <a:pt x="252" y="831"/>
                      <a:pt x="293" y="638"/>
                      <a:pt x="273" y="409"/>
                    </a:cubicBezTo>
                    <a:cubicBezTo>
                      <a:pt x="253" y="182"/>
                      <a:pt x="182" y="1"/>
                      <a:pt x="1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7"/>
              <p:cNvSpPr/>
              <p:nvPr/>
            </p:nvSpPr>
            <p:spPr>
              <a:xfrm>
                <a:off x="6842927" y="1233889"/>
                <a:ext cx="15987" cy="38678"/>
              </a:xfrm>
              <a:custGeom>
                <a:avLst/>
                <a:gdLst/>
                <a:ahLst/>
                <a:cxnLst/>
                <a:rect l="l" t="t" r="r" b="b"/>
                <a:pathLst>
                  <a:path w="341" h="825" extrusionOk="0">
                    <a:moveTo>
                      <a:pt x="96" y="0"/>
                    </a:moveTo>
                    <a:cubicBezTo>
                      <a:pt x="93" y="0"/>
                      <a:pt x="91" y="0"/>
                      <a:pt x="88" y="1"/>
                    </a:cubicBezTo>
                    <a:cubicBezTo>
                      <a:pt x="19" y="15"/>
                      <a:pt x="1" y="210"/>
                      <a:pt x="47" y="438"/>
                    </a:cubicBezTo>
                    <a:cubicBezTo>
                      <a:pt x="91" y="656"/>
                      <a:pt x="179" y="824"/>
                      <a:pt x="247" y="824"/>
                    </a:cubicBezTo>
                    <a:cubicBezTo>
                      <a:pt x="250" y="824"/>
                      <a:pt x="252" y="824"/>
                      <a:pt x="255" y="823"/>
                    </a:cubicBezTo>
                    <a:cubicBezTo>
                      <a:pt x="322" y="810"/>
                      <a:pt x="340" y="614"/>
                      <a:pt x="294" y="388"/>
                    </a:cubicBezTo>
                    <a:cubicBezTo>
                      <a:pt x="250" y="168"/>
                      <a:pt x="164" y="0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7"/>
              <p:cNvSpPr/>
              <p:nvPr/>
            </p:nvSpPr>
            <p:spPr>
              <a:xfrm>
                <a:off x="6908000" y="1192820"/>
                <a:ext cx="55415" cy="25035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534" extrusionOk="0">
                    <a:moveTo>
                      <a:pt x="13" y="0"/>
                    </a:moveTo>
                    <a:cubicBezTo>
                      <a:pt x="7" y="0"/>
                      <a:pt x="0" y="7"/>
                      <a:pt x="1" y="15"/>
                    </a:cubicBezTo>
                    <a:lnTo>
                      <a:pt x="39" y="229"/>
                    </a:lnTo>
                    <a:cubicBezTo>
                      <a:pt x="48" y="283"/>
                      <a:pt x="94" y="321"/>
                      <a:pt x="148" y="321"/>
                    </a:cubicBezTo>
                    <a:cubicBezTo>
                      <a:pt x="149" y="321"/>
                      <a:pt x="150" y="320"/>
                      <a:pt x="151" y="320"/>
                    </a:cubicBezTo>
                    <a:cubicBezTo>
                      <a:pt x="166" y="320"/>
                      <a:pt x="183" y="320"/>
                      <a:pt x="202" y="320"/>
                    </a:cubicBezTo>
                    <a:cubicBezTo>
                      <a:pt x="401" y="320"/>
                      <a:pt x="774" y="348"/>
                      <a:pt x="1146" y="531"/>
                    </a:cubicBezTo>
                    <a:cubicBezTo>
                      <a:pt x="1149" y="533"/>
                      <a:pt x="1153" y="534"/>
                      <a:pt x="1156" y="534"/>
                    </a:cubicBezTo>
                    <a:cubicBezTo>
                      <a:pt x="1170" y="534"/>
                      <a:pt x="1181" y="518"/>
                      <a:pt x="1172" y="504"/>
                    </a:cubicBezTo>
                    <a:cubicBezTo>
                      <a:pt x="1099" y="377"/>
                      <a:pt x="831" y="181"/>
                      <a:pt x="180" y="116"/>
                    </a:cubicBezTo>
                    <a:cubicBezTo>
                      <a:pt x="136" y="111"/>
                      <a:pt x="94" y="90"/>
                      <a:pt x="65" y="56"/>
                    </a:cubicBezTo>
                    <a:lnTo>
                      <a:pt x="23" y="6"/>
                    </a:lnTo>
                    <a:cubicBezTo>
                      <a:pt x="20" y="2"/>
                      <a:pt x="17" y="0"/>
                      <a:pt x="13" y="0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7"/>
              <p:cNvSpPr/>
              <p:nvPr/>
            </p:nvSpPr>
            <p:spPr>
              <a:xfrm>
                <a:off x="6804483" y="1188366"/>
                <a:ext cx="68402" cy="55274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179" extrusionOk="0">
                    <a:moveTo>
                      <a:pt x="1400" y="1"/>
                    </a:moveTo>
                    <a:cubicBezTo>
                      <a:pt x="1393" y="1"/>
                      <a:pt x="1387" y="4"/>
                      <a:pt x="1384" y="10"/>
                    </a:cubicBezTo>
                    <a:lnTo>
                      <a:pt x="1345" y="97"/>
                    </a:lnTo>
                    <a:cubicBezTo>
                      <a:pt x="1318" y="154"/>
                      <a:pt x="1270" y="200"/>
                      <a:pt x="1211" y="223"/>
                    </a:cubicBezTo>
                    <a:cubicBezTo>
                      <a:pt x="345" y="568"/>
                      <a:pt x="56" y="941"/>
                      <a:pt x="4" y="1142"/>
                    </a:cubicBezTo>
                    <a:cubicBezTo>
                      <a:pt x="0" y="1163"/>
                      <a:pt x="16" y="1179"/>
                      <a:pt x="34" y="1179"/>
                    </a:cubicBezTo>
                    <a:cubicBezTo>
                      <a:pt x="40" y="1179"/>
                      <a:pt x="47" y="1176"/>
                      <a:pt x="53" y="1171"/>
                    </a:cubicBezTo>
                    <a:cubicBezTo>
                      <a:pt x="529" y="738"/>
                      <a:pt x="1082" y="556"/>
                      <a:pt x="1332" y="493"/>
                    </a:cubicBezTo>
                    <a:cubicBezTo>
                      <a:pt x="1408" y="474"/>
                      <a:pt x="1458" y="402"/>
                      <a:pt x="1449" y="324"/>
                    </a:cubicBezTo>
                    <a:lnTo>
                      <a:pt x="1417" y="16"/>
                    </a:lnTo>
                    <a:cubicBezTo>
                      <a:pt x="1416" y="6"/>
                      <a:pt x="1408" y="1"/>
                      <a:pt x="1400" y="1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7"/>
              <p:cNvSpPr/>
              <p:nvPr/>
            </p:nvSpPr>
            <p:spPr>
              <a:xfrm>
                <a:off x="6714141" y="1162253"/>
                <a:ext cx="248712" cy="15490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3304" extrusionOk="0">
                    <a:moveTo>
                      <a:pt x="3642" y="0"/>
                    </a:moveTo>
                    <a:cubicBezTo>
                      <a:pt x="3456" y="0"/>
                      <a:pt x="3251" y="17"/>
                      <a:pt x="3025" y="54"/>
                    </a:cubicBezTo>
                    <a:cubicBezTo>
                      <a:pt x="1" y="547"/>
                      <a:pt x="2999" y="3032"/>
                      <a:pt x="661" y="3142"/>
                    </a:cubicBezTo>
                    <a:cubicBezTo>
                      <a:pt x="652" y="3189"/>
                      <a:pt x="641" y="3235"/>
                      <a:pt x="629" y="3280"/>
                    </a:cubicBezTo>
                    <a:cubicBezTo>
                      <a:pt x="694" y="3292"/>
                      <a:pt x="786" y="3304"/>
                      <a:pt x="892" y="3304"/>
                    </a:cubicBezTo>
                    <a:cubicBezTo>
                      <a:pt x="1150" y="3304"/>
                      <a:pt x="1493" y="3232"/>
                      <a:pt x="1731" y="2913"/>
                    </a:cubicBezTo>
                    <a:cubicBezTo>
                      <a:pt x="2161" y="2335"/>
                      <a:pt x="1681" y="1165"/>
                      <a:pt x="1872" y="1024"/>
                    </a:cubicBezTo>
                    <a:cubicBezTo>
                      <a:pt x="2523" y="559"/>
                      <a:pt x="3133" y="406"/>
                      <a:pt x="3655" y="406"/>
                    </a:cubicBezTo>
                    <a:cubicBezTo>
                      <a:pt x="4521" y="406"/>
                      <a:pt x="5144" y="828"/>
                      <a:pt x="5304" y="948"/>
                    </a:cubicBezTo>
                    <a:cubicBezTo>
                      <a:pt x="5301" y="899"/>
                      <a:pt x="5298" y="853"/>
                      <a:pt x="5297" y="813"/>
                    </a:cubicBezTo>
                    <a:cubicBezTo>
                      <a:pt x="5290" y="800"/>
                      <a:pt x="4947" y="0"/>
                      <a:pt x="364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7"/>
              <p:cNvSpPr/>
              <p:nvPr/>
            </p:nvSpPr>
            <p:spPr>
              <a:xfrm>
                <a:off x="7251508" y="3088373"/>
                <a:ext cx="158744" cy="203564"/>
              </a:xfrm>
              <a:custGeom>
                <a:avLst/>
                <a:gdLst/>
                <a:ahLst/>
                <a:cxnLst/>
                <a:rect l="l" t="t" r="r" b="b"/>
                <a:pathLst>
                  <a:path w="3386" h="4342" extrusionOk="0">
                    <a:moveTo>
                      <a:pt x="3367" y="1"/>
                    </a:moveTo>
                    <a:cubicBezTo>
                      <a:pt x="3362" y="1"/>
                      <a:pt x="3357" y="4"/>
                      <a:pt x="3355" y="9"/>
                    </a:cubicBezTo>
                    <a:cubicBezTo>
                      <a:pt x="3343" y="30"/>
                      <a:pt x="2222" y="2197"/>
                      <a:pt x="7" y="4316"/>
                    </a:cubicBezTo>
                    <a:cubicBezTo>
                      <a:pt x="1" y="4320"/>
                      <a:pt x="1" y="4331"/>
                      <a:pt x="7" y="4337"/>
                    </a:cubicBezTo>
                    <a:cubicBezTo>
                      <a:pt x="10" y="4340"/>
                      <a:pt x="13" y="4342"/>
                      <a:pt x="17" y="4342"/>
                    </a:cubicBezTo>
                    <a:cubicBezTo>
                      <a:pt x="22" y="4342"/>
                      <a:pt x="25" y="4340"/>
                      <a:pt x="28" y="4337"/>
                    </a:cubicBezTo>
                    <a:cubicBezTo>
                      <a:pt x="2246" y="2217"/>
                      <a:pt x="3372" y="46"/>
                      <a:pt x="3382" y="23"/>
                    </a:cubicBezTo>
                    <a:cubicBezTo>
                      <a:pt x="3385" y="15"/>
                      <a:pt x="3382" y="6"/>
                      <a:pt x="3375" y="3"/>
                    </a:cubicBezTo>
                    <a:cubicBezTo>
                      <a:pt x="3372" y="1"/>
                      <a:pt x="3370" y="1"/>
                      <a:pt x="3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7"/>
              <p:cNvSpPr/>
              <p:nvPr/>
            </p:nvSpPr>
            <p:spPr>
              <a:xfrm>
                <a:off x="6618079" y="1015088"/>
                <a:ext cx="56962" cy="8256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761" extrusionOk="0">
                    <a:moveTo>
                      <a:pt x="744" y="1"/>
                    </a:moveTo>
                    <a:cubicBezTo>
                      <a:pt x="740" y="1"/>
                      <a:pt x="735" y="1"/>
                      <a:pt x="730" y="2"/>
                    </a:cubicBezTo>
                    <a:cubicBezTo>
                      <a:pt x="418" y="45"/>
                      <a:pt x="823" y="1301"/>
                      <a:pt x="823" y="1301"/>
                    </a:cubicBezTo>
                    <a:cubicBezTo>
                      <a:pt x="823" y="1301"/>
                      <a:pt x="405" y="730"/>
                      <a:pt x="199" y="730"/>
                    </a:cubicBezTo>
                    <a:cubicBezTo>
                      <a:pt x="176" y="730"/>
                      <a:pt x="155" y="738"/>
                      <a:pt x="138" y="754"/>
                    </a:cubicBezTo>
                    <a:cubicBezTo>
                      <a:pt x="1" y="889"/>
                      <a:pt x="614" y="1551"/>
                      <a:pt x="816" y="1760"/>
                    </a:cubicBezTo>
                    <a:cubicBezTo>
                      <a:pt x="938" y="1581"/>
                      <a:pt x="1073" y="1419"/>
                      <a:pt x="1215" y="1272"/>
                    </a:cubicBezTo>
                    <a:cubicBezTo>
                      <a:pt x="1164" y="947"/>
                      <a:pt x="996" y="1"/>
                      <a:pt x="744" y="1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7"/>
              <p:cNvSpPr/>
              <p:nvPr/>
            </p:nvSpPr>
            <p:spPr>
              <a:xfrm>
                <a:off x="6714235" y="1072566"/>
                <a:ext cx="271778" cy="236991"/>
              </a:xfrm>
              <a:custGeom>
                <a:avLst/>
                <a:gdLst/>
                <a:ahLst/>
                <a:cxnLst/>
                <a:rect l="l" t="t" r="r" b="b"/>
                <a:pathLst>
                  <a:path w="5797" h="5055" extrusionOk="0">
                    <a:moveTo>
                      <a:pt x="3893" y="0"/>
                    </a:moveTo>
                    <a:cubicBezTo>
                      <a:pt x="3798" y="0"/>
                      <a:pt x="3703" y="7"/>
                      <a:pt x="3608" y="20"/>
                    </a:cubicBezTo>
                    <a:cubicBezTo>
                      <a:pt x="2731" y="144"/>
                      <a:pt x="1527" y="736"/>
                      <a:pt x="1017" y="2927"/>
                    </a:cubicBezTo>
                    <a:cubicBezTo>
                      <a:pt x="925" y="3480"/>
                      <a:pt x="1887" y="4705"/>
                      <a:pt x="659" y="5055"/>
                    </a:cubicBezTo>
                    <a:cubicBezTo>
                      <a:pt x="2998" y="4945"/>
                      <a:pt x="0" y="2460"/>
                      <a:pt x="3024" y="1967"/>
                    </a:cubicBezTo>
                    <a:cubicBezTo>
                      <a:pt x="3250" y="1930"/>
                      <a:pt x="3455" y="1913"/>
                      <a:pt x="3641" y="1913"/>
                    </a:cubicBezTo>
                    <a:cubicBezTo>
                      <a:pt x="4945" y="1913"/>
                      <a:pt x="5289" y="2713"/>
                      <a:pt x="5295" y="2726"/>
                    </a:cubicBezTo>
                    <a:cubicBezTo>
                      <a:pt x="5295" y="2726"/>
                      <a:pt x="5295" y="2725"/>
                      <a:pt x="5298" y="2723"/>
                    </a:cubicBezTo>
                    <a:cubicBezTo>
                      <a:pt x="5298" y="2723"/>
                      <a:pt x="5298" y="2722"/>
                      <a:pt x="5299" y="2722"/>
                    </a:cubicBezTo>
                    <a:cubicBezTo>
                      <a:pt x="5343" y="2674"/>
                      <a:pt x="5668" y="2321"/>
                      <a:pt x="5746" y="1831"/>
                    </a:cubicBezTo>
                    <a:cubicBezTo>
                      <a:pt x="5796" y="1511"/>
                      <a:pt x="5741" y="1132"/>
                      <a:pt x="5437" y="742"/>
                    </a:cubicBezTo>
                    <a:cubicBezTo>
                      <a:pt x="5218" y="464"/>
                      <a:pt x="4932" y="257"/>
                      <a:pt x="4614" y="135"/>
                    </a:cubicBezTo>
                    <a:lnTo>
                      <a:pt x="4613" y="135"/>
                    </a:lnTo>
                    <a:cubicBezTo>
                      <a:pt x="4385" y="46"/>
                      <a:pt x="4141" y="0"/>
                      <a:pt x="3893" y="0"/>
                    </a:cubicBezTo>
                    <a:close/>
                  </a:path>
                </a:pathLst>
              </a:custGeom>
              <a:solidFill>
                <a:srgbClr val="AA5C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7"/>
              <p:cNvSpPr/>
              <p:nvPr/>
            </p:nvSpPr>
            <p:spPr>
              <a:xfrm>
                <a:off x="6868197" y="1411199"/>
                <a:ext cx="63526" cy="11486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245" extrusionOk="0">
                    <a:moveTo>
                      <a:pt x="27" y="0"/>
                    </a:moveTo>
                    <a:cubicBezTo>
                      <a:pt x="19" y="0"/>
                      <a:pt x="10" y="5"/>
                      <a:pt x="6" y="14"/>
                    </a:cubicBezTo>
                    <a:cubicBezTo>
                      <a:pt x="0" y="24"/>
                      <a:pt x="5" y="38"/>
                      <a:pt x="17" y="44"/>
                    </a:cubicBezTo>
                    <a:cubicBezTo>
                      <a:pt x="359" y="209"/>
                      <a:pt x="737" y="244"/>
                      <a:pt x="1000" y="244"/>
                    </a:cubicBezTo>
                    <a:cubicBezTo>
                      <a:pt x="1197" y="244"/>
                      <a:pt x="1330" y="225"/>
                      <a:pt x="1333" y="225"/>
                    </a:cubicBezTo>
                    <a:cubicBezTo>
                      <a:pt x="1345" y="222"/>
                      <a:pt x="1355" y="209"/>
                      <a:pt x="1352" y="197"/>
                    </a:cubicBezTo>
                    <a:cubicBezTo>
                      <a:pt x="1350" y="186"/>
                      <a:pt x="1341" y="178"/>
                      <a:pt x="1330" y="178"/>
                    </a:cubicBezTo>
                    <a:cubicBezTo>
                      <a:pt x="1329" y="178"/>
                      <a:pt x="1327" y="178"/>
                      <a:pt x="1326" y="179"/>
                    </a:cubicBezTo>
                    <a:cubicBezTo>
                      <a:pt x="1323" y="179"/>
                      <a:pt x="1194" y="198"/>
                      <a:pt x="1001" y="198"/>
                    </a:cubicBezTo>
                    <a:cubicBezTo>
                      <a:pt x="743" y="198"/>
                      <a:pt x="372" y="164"/>
                      <a:pt x="37" y="3"/>
                    </a:cubicBezTo>
                    <a:cubicBezTo>
                      <a:pt x="34" y="1"/>
                      <a:pt x="30" y="0"/>
                      <a:pt x="27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7"/>
              <p:cNvSpPr/>
              <p:nvPr/>
            </p:nvSpPr>
            <p:spPr>
              <a:xfrm>
                <a:off x="7204647" y="4585097"/>
                <a:ext cx="347634" cy="22035"/>
              </a:xfrm>
              <a:custGeom>
                <a:avLst/>
                <a:gdLst/>
                <a:ahLst/>
                <a:cxnLst/>
                <a:rect l="l" t="t" r="r" b="b"/>
                <a:pathLst>
                  <a:path w="7415" h="470" extrusionOk="0">
                    <a:moveTo>
                      <a:pt x="11" y="1"/>
                    </a:moveTo>
                    <a:cubicBezTo>
                      <a:pt x="7" y="270"/>
                      <a:pt x="1" y="470"/>
                      <a:pt x="1" y="470"/>
                    </a:cubicBezTo>
                    <a:lnTo>
                      <a:pt x="6874" y="470"/>
                    </a:lnTo>
                    <a:cubicBezTo>
                      <a:pt x="7182" y="470"/>
                      <a:pt x="7379" y="247"/>
                      <a:pt x="7414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7"/>
              <p:cNvSpPr/>
              <p:nvPr/>
            </p:nvSpPr>
            <p:spPr>
              <a:xfrm>
                <a:off x="6939833" y="2366851"/>
                <a:ext cx="175950" cy="7407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158" extrusionOk="0">
                    <a:moveTo>
                      <a:pt x="19" y="0"/>
                    </a:moveTo>
                    <a:cubicBezTo>
                      <a:pt x="10" y="0"/>
                      <a:pt x="2" y="6"/>
                      <a:pt x="1" y="14"/>
                    </a:cubicBezTo>
                    <a:cubicBezTo>
                      <a:pt x="1" y="23"/>
                      <a:pt x="7" y="31"/>
                      <a:pt x="15" y="32"/>
                    </a:cubicBezTo>
                    <a:cubicBezTo>
                      <a:pt x="834" y="127"/>
                      <a:pt x="1530" y="158"/>
                      <a:pt x="2091" y="158"/>
                    </a:cubicBezTo>
                    <a:cubicBezTo>
                      <a:pt x="3152" y="158"/>
                      <a:pt x="3730" y="48"/>
                      <a:pt x="3739" y="45"/>
                    </a:cubicBezTo>
                    <a:cubicBezTo>
                      <a:pt x="3747" y="43"/>
                      <a:pt x="3753" y="35"/>
                      <a:pt x="3751" y="26"/>
                    </a:cubicBezTo>
                    <a:cubicBezTo>
                      <a:pt x="3749" y="19"/>
                      <a:pt x="3742" y="14"/>
                      <a:pt x="3735" y="14"/>
                    </a:cubicBezTo>
                    <a:cubicBezTo>
                      <a:pt x="3735" y="14"/>
                      <a:pt x="3734" y="14"/>
                      <a:pt x="3733" y="14"/>
                    </a:cubicBezTo>
                    <a:cubicBezTo>
                      <a:pt x="3724" y="16"/>
                      <a:pt x="3149" y="126"/>
                      <a:pt x="2094" y="126"/>
                    </a:cubicBezTo>
                    <a:cubicBezTo>
                      <a:pt x="1533" y="126"/>
                      <a:pt x="838" y="95"/>
                      <a:pt x="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7"/>
              <p:cNvSpPr/>
              <p:nvPr/>
            </p:nvSpPr>
            <p:spPr>
              <a:xfrm>
                <a:off x="6856851" y="2178524"/>
                <a:ext cx="8439" cy="206189"/>
              </a:xfrm>
              <a:custGeom>
                <a:avLst/>
                <a:gdLst/>
                <a:ahLst/>
                <a:cxnLst/>
                <a:rect l="l" t="t" r="r" b="b"/>
                <a:pathLst>
                  <a:path w="180" h="4398" extrusionOk="0">
                    <a:moveTo>
                      <a:pt x="164" y="1"/>
                    </a:moveTo>
                    <a:cubicBezTo>
                      <a:pt x="155" y="1"/>
                      <a:pt x="147" y="7"/>
                      <a:pt x="147" y="16"/>
                    </a:cubicBezTo>
                    <a:cubicBezTo>
                      <a:pt x="147" y="44"/>
                      <a:pt x="92" y="2800"/>
                      <a:pt x="2" y="4381"/>
                    </a:cubicBezTo>
                    <a:cubicBezTo>
                      <a:pt x="1" y="4390"/>
                      <a:pt x="8" y="4398"/>
                      <a:pt x="16" y="4398"/>
                    </a:cubicBezTo>
                    <a:lnTo>
                      <a:pt x="17" y="4398"/>
                    </a:lnTo>
                    <a:cubicBezTo>
                      <a:pt x="25" y="4398"/>
                      <a:pt x="33" y="4392"/>
                      <a:pt x="33" y="4383"/>
                    </a:cubicBezTo>
                    <a:cubicBezTo>
                      <a:pt x="124" y="2802"/>
                      <a:pt x="178" y="44"/>
                      <a:pt x="179" y="16"/>
                    </a:cubicBezTo>
                    <a:cubicBezTo>
                      <a:pt x="179" y="9"/>
                      <a:pt x="172" y="1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7"/>
              <p:cNvSpPr/>
              <p:nvPr/>
            </p:nvSpPr>
            <p:spPr>
              <a:xfrm>
                <a:off x="6744333" y="2004684"/>
                <a:ext cx="100891" cy="380030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8106" extrusionOk="0">
                    <a:moveTo>
                      <a:pt x="18" y="0"/>
                    </a:moveTo>
                    <a:cubicBezTo>
                      <a:pt x="16" y="0"/>
                      <a:pt x="14" y="1"/>
                      <a:pt x="12" y="1"/>
                    </a:cubicBezTo>
                    <a:cubicBezTo>
                      <a:pt x="5" y="4"/>
                      <a:pt x="0" y="12"/>
                      <a:pt x="3" y="21"/>
                    </a:cubicBezTo>
                    <a:cubicBezTo>
                      <a:pt x="23" y="82"/>
                      <a:pt x="2006" y="6128"/>
                      <a:pt x="2119" y="8092"/>
                    </a:cubicBezTo>
                    <a:cubicBezTo>
                      <a:pt x="2121" y="8100"/>
                      <a:pt x="2127" y="8106"/>
                      <a:pt x="2134" y="8106"/>
                    </a:cubicBezTo>
                    <a:lnTo>
                      <a:pt x="2136" y="8106"/>
                    </a:lnTo>
                    <a:cubicBezTo>
                      <a:pt x="2145" y="8106"/>
                      <a:pt x="2151" y="8098"/>
                      <a:pt x="2151" y="8089"/>
                    </a:cubicBezTo>
                    <a:cubicBezTo>
                      <a:pt x="2037" y="6121"/>
                      <a:pt x="52" y="72"/>
                      <a:pt x="32" y="11"/>
                    </a:cubicBezTo>
                    <a:cubicBezTo>
                      <a:pt x="30" y="5"/>
                      <a:pt x="25" y="0"/>
                      <a:pt x="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7"/>
              <p:cNvSpPr/>
              <p:nvPr/>
            </p:nvSpPr>
            <p:spPr>
              <a:xfrm>
                <a:off x="7160697" y="3298782"/>
                <a:ext cx="55040" cy="345149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7362" extrusionOk="0">
                    <a:moveTo>
                      <a:pt x="18" y="0"/>
                    </a:moveTo>
                    <a:cubicBezTo>
                      <a:pt x="17" y="0"/>
                      <a:pt x="16" y="0"/>
                      <a:pt x="16" y="1"/>
                    </a:cubicBezTo>
                    <a:cubicBezTo>
                      <a:pt x="7" y="2"/>
                      <a:pt x="0" y="10"/>
                      <a:pt x="2" y="19"/>
                    </a:cubicBezTo>
                    <a:lnTo>
                      <a:pt x="1141" y="7350"/>
                    </a:lnTo>
                    <a:cubicBezTo>
                      <a:pt x="1142" y="7357"/>
                      <a:pt x="1149" y="7362"/>
                      <a:pt x="1156" y="7362"/>
                    </a:cubicBezTo>
                    <a:lnTo>
                      <a:pt x="1159" y="7362"/>
                    </a:lnTo>
                    <a:cubicBezTo>
                      <a:pt x="1167" y="7360"/>
                      <a:pt x="1173" y="7353"/>
                      <a:pt x="1172" y="7344"/>
                    </a:cubicBezTo>
                    <a:lnTo>
                      <a:pt x="33" y="14"/>
                    </a:lnTo>
                    <a:cubicBezTo>
                      <a:pt x="31" y="6"/>
                      <a:pt x="25" y="0"/>
                      <a:pt x="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7"/>
              <p:cNvSpPr/>
              <p:nvPr/>
            </p:nvSpPr>
            <p:spPr>
              <a:xfrm>
                <a:off x="6819439" y="1554893"/>
                <a:ext cx="137881" cy="17196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3668" extrusionOk="0">
                    <a:moveTo>
                      <a:pt x="2922" y="1"/>
                    </a:moveTo>
                    <a:cubicBezTo>
                      <a:pt x="2916" y="1"/>
                      <a:pt x="2910" y="5"/>
                      <a:pt x="2908" y="12"/>
                    </a:cubicBezTo>
                    <a:cubicBezTo>
                      <a:pt x="2905" y="22"/>
                      <a:pt x="2626" y="911"/>
                      <a:pt x="1503" y="1387"/>
                    </a:cubicBezTo>
                    <a:cubicBezTo>
                      <a:pt x="1127" y="838"/>
                      <a:pt x="817" y="249"/>
                      <a:pt x="814" y="243"/>
                    </a:cubicBezTo>
                    <a:cubicBezTo>
                      <a:pt x="811" y="238"/>
                      <a:pt x="806" y="235"/>
                      <a:pt x="799" y="235"/>
                    </a:cubicBezTo>
                    <a:cubicBezTo>
                      <a:pt x="798" y="235"/>
                      <a:pt x="797" y="235"/>
                      <a:pt x="795" y="236"/>
                    </a:cubicBezTo>
                    <a:cubicBezTo>
                      <a:pt x="789" y="237"/>
                      <a:pt x="785" y="245"/>
                      <a:pt x="785" y="252"/>
                    </a:cubicBezTo>
                    <a:lnTo>
                      <a:pt x="854" y="1482"/>
                    </a:lnTo>
                    <a:cubicBezTo>
                      <a:pt x="854" y="1486"/>
                      <a:pt x="855" y="1489"/>
                      <a:pt x="858" y="1492"/>
                    </a:cubicBezTo>
                    <a:lnTo>
                      <a:pt x="1384" y="1959"/>
                    </a:lnTo>
                    <a:cubicBezTo>
                      <a:pt x="1390" y="2049"/>
                      <a:pt x="1471" y="3063"/>
                      <a:pt x="1448" y="3556"/>
                    </a:cubicBezTo>
                    <a:cubicBezTo>
                      <a:pt x="1369" y="3272"/>
                      <a:pt x="1077" y="2368"/>
                      <a:pt x="349" y="1288"/>
                    </a:cubicBezTo>
                    <a:lnTo>
                      <a:pt x="612" y="951"/>
                    </a:lnTo>
                    <a:cubicBezTo>
                      <a:pt x="615" y="947"/>
                      <a:pt x="615" y="939"/>
                      <a:pt x="612" y="933"/>
                    </a:cubicBezTo>
                    <a:cubicBezTo>
                      <a:pt x="595" y="911"/>
                      <a:pt x="224" y="415"/>
                      <a:pt x="26" y="278"/>
                    </a:cubicBezTo>
                    <a:cubicBezTo>
                      <a:pt x="24" y="277"/>
                      <a:pt x="21" y="276"/>
                      <a:pt x="18" y="276"/>
                    </a:cubicBezTo>
                    <a:cubicBezTo>
                      <a:pt x="13" y="276"/>
                      <a:pt x="8" y="278"/>
                      <a:pt x="5" y="283"/>
                    </a:cubicBezTo>
                    <a:cubicBezTo>
                      <a:pt x="0" y="289"/>
                      <a:pt x="2" y="300"/>
                      <a:pt x="10" y="304"/>
                    </a:cubicBezTo>
                    <a:cubicBezTo>
                      <a:pt x="188" y="428"/>
                      <a:pt x="526" y="872"/>
                      <a:pt x="580" y="942"/>
                    </a:cubicBezTo>
                    <a:lnTo>
                      <a:pt x="317" y="1277"/>
                    </a:lnTo>
                    <a:cubicBezTo>
                      <a:pt x="314" y="1283"/>
                      <a:pt x="314" y="1291"/>
                      <a:pt x="317" y="1295"/>
                    </a:cubicBezTo>
                    <a:cubicBezTo>
                      <a:pt x="1198" y="2598"/>
                      <a:pt x="1441" y="3645"/>
                      <a:pt x="1442" y="3656"/>
                    </a:cubicBezTo>
                    <a:cubicBezTo>
                      <a:pt x="1444" y="3662"/>
                      <a:pt x="1450" y="3668"/>
                      <a:pt x="1457" y="3668"/>
                    </a:cubicBezTo>
                    <a:lnTo>
                      <a:pt x="1459" y="3668"/>
                    </a:lnTo>
                    <a:cubicBezTo>
                      <a:pt x="1467" y="3668"/>
                      <a:pt x="1473" y="3662"/>
                      <a:pt x="1473" y="3654"/>
                    </a:cubicBezTo>
                    <a:cubicBezTo>
                      <a:pt x="1516" y="3191"/>
                      <a:pt x="1415" y="1963"/>
                      <a:pt x="1415" y="1951"/>
                    </a:cubicBezTo>
                    <a:cubicBezTo>
                      <a:pt x="1413" y="1946"/>
                      <a:pt x="1412" y="1943"/>
                      <a:pt x="1409" y="1940"/>
                    </a:cubicBezTo>
                    <a:lnTo>
                      <a:pt x="884" y="1474"/>
                    </a:lnTo>
                    <a:lnTo>
                      <a:pt x="820" y="320"/>
                    </a:lnTo>
                    <a:lnTo>
                      <a:pt x="820" y="320"/>
                    </a:lnTo>
                    <a:cubicBezTo>
                      <a:pt x="910" y="488"/>
                      <a:pt x="1176" y="966"/>
                      <a:pt x="1485" y="1414"/>
                    </a:cubicBezTo>
                    <a:cubicBezTo>
                      <a:pt x="1488" y="1419"/>
                      <a:pt x="1493" y="1422"/>
                      <a:pt x="1498" y="1422"/>
                    </a:cubicBezTo>
                    <a:cubicBezTo>
                      <a:pt x="1500" y="1422"/>
                      <a:pt x="1502" y="1421"/>
                      <a:pt x="1503" y="1421"/>
                    </a:cubicBezTo>
                    <a:cubicBezTo>
                      <a:pt x="2103" y="1170"/>
                      <a:pt x="2460" y="803"/>
                      <a:pt x="2655" y="540"/>
                    </a:cubicBezTo>
                    <a:cubicBezTo>
                      <a:pt x="2866" y="254"/>
                      <a:pt x="2937" y="23"/>
                      <a:pt x="2937" y="22"/>
                    </a:cubicBezTo>
                    <a:cubicBezTo>
                      <a:pt x="2940" y="12"/>
                      <a:pt x="2936" y="5"/>
                      <a:pt x="2927" y="2"/>
                    </a:cubicBezTo>
                    <a:cubicBezTo>
                      <a:pt x="2925" y="1"/>
                      <a:pt x="2923" y="1"/>
                      <a:pt x="29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7"/>
              <p:cNvSpPr/>
              <p:nvPr/>
            </p:nvSpPr>
            <p:spPr>
              <a:xfrm>
                <a:off x="6886950" y="1725358"/>
                <a:ext cx="176794" cy="648573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13834" extrusionOk="0">
                    <a:moveTo>
                      <a:pt x="18" y="1"/>
                    </a:moveTo>
                    <a:cubicBezTo>
                      <a:pt x="14" y="1"/>
                      <a:pt x="11" y="2"/>
                      <a:pt x="8" y="4"/>
                    </a:cubicBezTo>
                    <a:cubicBezTo>
                      <a:pt x="1" y="9"/>
                      <a:pt x="1" y="20"/>
                      <a:pt x="5" y="26"/>
                    </a:cubicBezTo>
                    <a:cubicBezTo>
                      <a:pt x="8" y="29"/>
                      <a:pt x="212" y="278"/>
                      <a:pt x="380" y="715"/>
                    </a:cubicBezTo>
                    <a:cubicBezTo>
                      <a:pt x="536" y="1121"/>
                      <a:pt x="693" y="1772"/>
                      <a:pt x="559" y="2582"/>
                    </a:cubicBezTo>
                    <a:cubicBezTo>
                      <a:pt x="400" y="3539"/>
                      <a:pt x="812" y="5057"/>
                      <a:pt x="1072" y="5875"/>
                    </a:cubicBezTo>
                    <a:cubicBezTo>
                      <a:pt x="1453" y="7071"/>
                      <a:pt x="1977" y="8256"/>
                      <a:pt x="2377" y="8828"/>
                    </a:cubicBezTo>
                    <a:cubicBezTo>
                      <a:pt x="2664" y="9237"/>
                      <a:pt x="3084" y="10077"/>
                      <a:pt x="3375" y="11028"/>
                    </a:cubicBezTo>
                    <a:cubicBezTo>
                      <a:pt x="3690" y="12063"/>
                      <a:pt x="3740" y="12887"/>
                      <a:pt x="3516" y="13347"/>
                    </a:cubicBezTo>
                    <a:cubicBezTo>
                      <a:pt x="3376" y="13631"/>
                      <a:pt x="3132" y="13784"/>
                      <a:pt x="2791" y="13801"/>
                    </a:cubicBezTo>
                    <a:cubicBezTo>
                      <a:pt x="2782" y="13802"/>
                      <a:pt x="2776" y="13809"/>
                      <a:pt x="2776" y="13818"/>
                    </a:cubicBezTo>
                    <a:cubicBezTo>
                      <a:pt x="2776" y="13825"/>
                      <a:pt x="2783" y="13833"/>
                      <a:pt x="2791" y="13833"/>
                    </a:cubicBezTo>
                    <a:lnTo>
                      <a:pt x="2792" y="13833"/>
                    </a:lnTo>
                    <a:cubicBezTo>
                      <a:pt x="3146" y="13815"/>
                      <a:pt x="3399" y="13656"/>
                      <a:pt x="3543" y="13361"/>
                    </a:cubicBezTo>
                    <a:cubicBezTo>
                      <a:pt x="3771" y="12894"/>
                      <a:pt x="3722" y="12063"/>
                      <a:pt x="3404" y="11020"/>
                    </a:cubicBezTo>
                    <a:cubicBezTo>
                      <a:pt x="3113" y="10064"/>
                      <a:pt x="2691" y="9220"/>
                      <a:pt x="2403" y="8809"/>
                    </a:cubicBezTo>
                    <a:cubicBezTo>
                      <a:pt x="2003" y="8240"/>
                      <a:pt x="1482" y="7059"/>
                      <a:pt x="1103" y="5866"/>
                    </a:cubicBezTo>
                    <a:cubicBezTo>
                      <a:pt x="843" y="5050"/>
                      <a:pt x="432" y="3538"/>
                      <a:pt x="589" y="2587"/>
                    </a:cubicBezTo>
                    <a:cubicBezTo>
                      <a:pt x="725" y="1769"/>
                      <a:pt x="566" y="1111"/>
                      <a:pt x="409" y="703"/>
                    </a:cubicBezTo>
                    <a:cubicBezTo>
                      <a:pt x="238" y="261"/>
                      <a:pt x="31" y="9"/>
                      <a:pt x="30" y="6"/>
                    </a:cubicBezTo>
                    <a:cubicBezTo>
                      <a:pt x="26" y="3"/>
                      <a:pt x="22" y="1"/>
                      <a:pt x="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7"/>
              <p:cNvSpPr/>
              <p:nvPr/>
            </p:nvSpPr>
            <p:spPr>
              <a:xfrm>
                <a:off x="6667915" y="1493665"/>
                <a:ext cx="153868" cy="142710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3044" extrusionOk="0">
                    <a:moveTo>
                      <a:pt x="537" y="51"/>
                    </a:moveTo>
                    <a:cubicBezTo>
                      <a:pt x="586" y="134"/>
                      <a:pt x="745" y="381"/>
                      <a:pt x="1046" y="655"/>
                    </a:cubicBezTo>
                    <a:cubicBezTo>
                      <a:pt x="1234" y="826"/>
                      <a:pt x="1444" y="978"/>
                      <a:pt x="1670" y="1107"/>
                    </a:cubicBezTo>
                    <a:cubicBezTo>
                      <a:pt x="2130" y="1369"/>
                      <a:pt x="2656" y="1539"/>
                      <a:pt x="3235" y="1612"/>
                    </a:cubicBezTo>
                    <a:cubicBezTo>
                      <a:pt x="3239" y="1649"/>
                      <a:pt x="3246" y="1771"/>
                      <a:pt x="3228" y="1944"/>
                    </a:cubicBezTo>
                    <a:cubicBezTo>
                      <a:pt x="3222" y="2013"/>
                      <a:pt x="3211" y="2083"/>
                      <a:pt x="3197" y="2152"/>
                    </a:cubicBezTo>
                    <a:cubicBezTo>
                      <a:pt x="3197" y="2153"/>
                      <a:pt x="3197" y="2153"/>
                      <a:pt x="3197" y="2153"/>
                    </a:cubicBezTo>
                    <a:cubicBezTo>
                      <a:pt x="3185" y="2216"/>
                      <a:pt x="3170" y="2279"/>
                      <a:pt x="3153" y="2338"/>
                    </a:cubicBezTo>
                    <a:cubicBezTo>
                      <a:pt x="3086" y="2577"/>
                      <a:pt x="2983" y="2803"/>
                      <a:pt x="2847" y="3012"/>
                    </a:cubicBezTo>
                    <a:cubicBezTo>
                      <a:pt x="2488" y="3008"/>
                      <a:pt x="1893" y="2785"/>
                      <a:pt x="1294" y="2427"/>
                    </a:cubicBezTo>
                    <a:cubicBezTo>
                      <a:pt x="679" y="2060"/>
                      <a:pt x="208" y="1644"/>
                      <a:pt x="34" y="1314"/>
                    </a:cubicBezTo>
                    <a:cubicBezTo>
                      <a:pt x="71" y="1221"/>
                      <a:pt x="107" y="1129"/>
                      <a:pt x="143" y="1040"/>
                    </a:cubicBezTo>
                    <a:cubicBezTo>
                      <a:pt x="334" y="556"/>
                      <a:pt x="493" y="160"/>
                      <a:pt x="537" y="51"/>
                    </a:cubicBezTo>
                    <a:close/>
                    <a:moveTo>
                      <a:pt x="534" y="1"/>
                    </a:moveTo>
                    <a:cubicBezTo>
                      <a:pt x="528" y="1"/>
                      <a:pt x="523" y="5"/>
                      <a:pt x="520" y="10"/>
                    </a:cubicBezTo>
                    <a:cubicBezTo>
                      <a:pt x="519" y="14"/>
                      <a:pt x="338" y="461"/>
                      <a:pt x="114" y="1030"/>
                    </a:cubicBezTo>
                    <a:cubicBezTo>
                      <a:pt x="77" y="1120"/>
                      <a:pt x="40" y="1213"/>
                      <a:pt x="2" y="1309"/>
                    </a:cubicBezTo>
                    <a:cubicBezTo>
                      <a:pt x="0" y="1312"/>
                      <a:pt x="2" y="1317"/>
                      <a:pt x="3" y="1322"/>
                    </a:cubicBezTo>
                    <a:cubicBezTo>
                      <a:pt x="178" y="1658"/>
                      <a:pt x="655" y="2081"/>
                      <a:pt x="1279" y="2454"/>
                    </a:cubicBezTo>
                    <a:cubicBezTo>
                      <a:pt x="1887" y="2817"/>
                      <a:pt x="2491" y="3043"/>
                      <a:pt x="2856" y="3043"/>
                    </a:cubicBezTo>
                    <a:cubicBezTo>
                      <a:pt x="2861" y="3043"/>
                      <a:pt x="2866" y="3041"/>
                      <a:pt x="2869" y="3037"/>
                    </a:cubicBezTo>
                    <a:cubicBezTo>
                      <a:pt x="3009" y="2823"/>
                      <a:pt x="3115" y="2592"/>
                      <a:pt x="3182" y="2347"/>
                    </a:cubicBezTo>
                    <a:cubicBezTo>
                      <a:pt x="3200" y="2286"/>
                      <a:pt x="3214" y="2224"/>
                      <a:pt x="3226" y="2161"/>
                    </a:cubicBezTo>
                    <a:cubicBezTo>
                      <a:pt x="3226" y="2161"/>
                      <a:pt x="3228" y="2161"/>
                      <a:pt x="3228" y="2159"/>
                    </a:cubicBezTo>
                    <a:cubicBezTo>
                      <a:pt x="3242" y="2089"/>
                      <a:pt x="3252" y="2017"/>
                      <a:pt x="3260" y="1947"/>
                    </a:cubicBezTo>
                    <a:cubicBezTo>
                      <a:pt x="3281" y="1734"/>
                      <a:pt x="3266" y="1601"/>
                      <a:pt x="3266" y="1597"/>
                    </a:cubicBezTo>
                    <a:cubicBezTo>
                      <a:pt x="3265" y="1589"/>
                      <a:pt x="3258" y="1583"/>
                      <a:pt x="3252" y="1583"/>
                    </a:cubicBezTo>
                    <a:cubicBezTo>
                      <a:pt x="2671" y="1511"/>
                      <a:pt x="2144" y="1341"/>
                      <a:pt x="1685" y="1080"/>
                    </a:cubicBezTo>
                    <a:cubicBezTo>
                      <a:pt x="1460" y="952"/>
                      <a:pt x="1253" y="802"/>
                      <a:pt x="1068" y="634"/>
                    </a:cubicBezTo>
                    <a:cubicBezTo>
                      <a:pt x="705" y="303"/>
                      <a:pt x="551" y="11"/>
                      <a:pt x="549" y="8"/>
                    </a:cubicBezTo>
                    <a:cubicBezTo>
                      <a:pt x="546" y="4"/>
                      <a:pt x="540" y="1"/>
                      <a:pt x="5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7"/>
              <p:cNvSpPr/>
              <p:nvPr/>
            </p:nvSpPr>
            <p:spPr>
              <a:xfrm>
                <a:off x="6663883" y="1555315"/>
                <a:ext cx="152603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2109" extrusionOk="0">
                    <a:moveTo>
                      <a:pt x="103" y="0"/>
                    </a:moveTo>
                    <a:cubicBezTo>
                      <a:pt x="70" y="14"/>
                      <a:pt x="36" y="28"/>
                      <a:pt x="1" y="43"/>
                    </a:cubicBezTo>
                    <a:cubicBezTo>
                      <a:pt x="912" y="1745"/>
                      <a:pt x="2997" y="2109"/>
                      <a:pt x="2997" y="2109"/>
                    </a:cubicBezTo>
                    <a:lnTo>
                      <a:pt x="3254" y="1028"/>
                    </a:lnTo>
                    <a:lnTo>
                      <a:pt x="3254" y="1028"/>
                    </a:lnTo>
                    <a:cubicBezTo>
                      <a:pt x="3253" y="1029"/>
                      <a:pt x="3253" y="1031"/>
                      <a:pt x="3253" y="1032"/>
                    </a:cubicBezTo>
                    <a:cubicBezTo>
                      <a:pt x="3250" y="1045"/>
                      <a:pt x="3247" y="1057"/>
                      <a:pt x="3242" y="1068"/>
                    </a:cubicBezTo>
                    <a:cubicBezTo>
                      <a:pt x="3239" y="1078"/>
                      <a:pt x="3236" y="1087"/>
                      <a:pt x="3233" y="1098"/>
                    </a:cubicBezTo>
                    <a:cubicBezTo>
                      <a:pt x="3214" y="1158"/>
                      <a:pt x="3193" y="1219"/>
                      <a:pt x="3167" y="1282"/>
                    </a:cubicBezTo>
                    <a:cubicBezTo>
                      <a:pt x="3164" y="1291"/>
                      <a:pt x="3159" y="1301"/>
                      <a:pt x="3156" y="1311"/>
                    </a:cubicBezTo>
                    <a:cubicBezTo>
                      <a:pt x="3155" y="1315"/>
                      <a:pt x="3153" y="1318"/>
                      <a:pt x="3150" y="1323"/>
                    </a:cubicBezTo>
                    <a:cubicBezTo>
                      <a:pt x="3147" y="1331"/>
                      <a:pt x="3144" y="1338"/>
                      <a:pt x="3141" y="1346"/>
                    </a:cubicBezTo>
                    <a:cubicBezTo>
                      <a:pt x="3138" y="1355"/>
                      <a:pt x="3133" y="1364"/>
                      <a:pt x="3129" y="1372"/>
                    </a:cubicBezTo>
                    <a:cubicBezTo>
                      <a:pt x="3124" y="1386"/>
                      <a:pt x="3118" y="1398"/>
                      <a:pt x="3112" y="1410"/>
                    </a:cubicBezTo>
                    <a:cubicBezTo>
                      <a:pt x="3107" y="1421"/>
                      <a:pt x="3103" y="1430"/>
                      <a:pt x="3097" y="1441"/>
                    </a:cubicBezTo>
                    <a:cubicBezTo>
                      <a:pt x="3089" y="1457"/>
                      <a:pt x="3081" y="1474"/>
                      <a:pt x="3072" y="1491"/>
                    </a:cubicBezTo>
                    <a:cubicBezTo>
                      <a:pt x="3066" y="1500"/>
                      <a:pt x="3062" y="1511"/>
                      <a:pt x="3055" y="1520"/>
                    </a:cubicBezTo>
                    <a:cubicBezTo>
                      <a:pt x="3048" y="1535"/>
                      <a:pt x="3040" y="1549"/>
                      <a:pt x="3033" y="1564"/>
                    </a:cubicBezTo>
                    <a:cubicBezTo>
                      <a:pt x="3026" y="1575"/>
                      <a:pt x="3020" y="1587"/>
                      <a:pt x="3013" y="1598"/>
                    </a:cubicBezTo>
                    <a:cubicBezTo>
                      <a:pt x="3013" y="1600"/>
                      <a:pt x="3011" y="1600"/>
                      <a:pt x="3011" y="1601"/>
                    </a:cubicBezTo>
                    <a:cubicBezTo>
                      <a:pt x="3005" y="1612"/>
                      <a:pt x="2999" y="1623"/>
                      <a:pt x="2991" y="1635"/>
                    </a:cubicBezTo>
                    <a:cubicBezTo>
                      <a:pt x="2982" y="1650"/>
                      <a:pt x="2973" y="1665"/>
                      <a:pt x="2964" y="1681"/>
                    </a:cubicBezTo>
                    <a:cubicBezTo>
                      <a:pt x="2956" y="1691"/>
                      <a:pt x="2950" y="1702"/>
                      <a:pt x="2942" y="1713"/>
                    </a:cubicBezTo>
                    <a:cubicBezTo>
                      <a:pt x="2169" y="1713"/>
                      <a:pt x="476" y="719"/>
                      <a:pt x="103" y="0"/>
                    </a:cubicBezTo>
                    <a:close/>
                  </a:path>
                </a:pathLst>
              </a:custGeom>
              <a:solidFill>
                <a:srgbClr val="C8D3F4">
                  <a:alpha val="144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7"/>
              <p:cNvSpPr/>
              <p:nvPr/>
            </p:nvSpPr>
            <p:spPr>
              <a:xfrm>
                <a:off x="6611796" y="1067081"/>
                <a:ext cx="298735" cy="353588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7542" extrusionOk="0">
                    <a:moveTo>
                      <a:pt x="6369" y="139"/>
                    </a:moveTo>
                    <a:cubicBezTo>
                      <a:pt x="6369" y="139"/>
                      <a:pt x="6370" y="139"/>
                      <a:pt x="6370" y="139"/>
                    </a:cubicBezTo>
                    <a:lnTo>
                      <a:pt x="6371" y="139"/>
                    </a:lnTo>
                    <a:cubicBezTo>
                      <a:pt x="6370" y="139"/>
                      <a:pt x="6369" y="139"/>
                      <a:pt x="6369" y="139"/>
                    </a:cubicBezTo>
                    <a:close/>
                    <a:moveTo>
                      <a:pt x="5449" y="1"/>
                    </a:moveTo>
                    <a:cubicBezTo>
                      <a:pt x="4757" y="1"/>
                      <a:pt x="3788" y="223"/>
                      <a:pt x="2954" y="1231"/>
                    </a:cubicBezTo>
                    <a:cubicBezTo>
                      <a:pt x="3298" y="1063"/>
                      <a:pt x="3533" y="1055"/>
                      <a:pt x="3578" y="1055"/>
                    </a:cubicBezTo>
                    <a:cubicBezTo>
                      <a:pt x="3583" y="1055"/>
                      <a:pt x="3585" y="1055"/>
                      <a:pt x="3585" y="1055"/>
                    </a:cubicBezTo>
                    <a:cubicBezTo>
                      <a:pt x="3585" y="1055"/>
                      <a:pt x="2774" y="1623"/>
                      <a:pt x="2254" y="2683"/>
                    </a:cubicBezTo>
                    <a:cubicBezTo>
                      <a:pt x="2365" y="2574"/>
                      <a:pt x="2533" y="2544"/>
                      <a:pt x="2683" y="2544"/>
                    </a:cubicBezTo>
                    <a:cubicBezTo>
                      <a:pt x="2862" y="2544"/>
                      <a:pt x="3015" y="2587"/>
                      <a:pt x="3015" y="2587"/>
                    </a:cubicBezTo>
                    <a:cubicBezTo>
                      <a:pt x="3015" y="2587"/>
                      <a:pt x="2603" y="3678"/>
                      <a:pt x="1322" y="3678"/>
                    </a:cubicBezTo>
                    <a:cubicBezTo>
                      <a:pt x="972" y="3678"/>
                      <a:pt x="558" y="3597"/>
                      <a:pt x="69" y="3389"/>
                    </a:cubicBezTo>
                    <a:lnTo>
                      <a:pt x="69" y="3389"/>
                    </a:lnTo>
                    <a:cubicBezTo>
                      <a:pt x="0" y="4770"/>
                      <a:pt x="557" y="5851"/>
                      <a:pt x="1733" y="6277"/>
                    </a:cubicBezTo>
                    <a:cubicBezTo>
                      <a:pt x="1358" y="7104"/>
                      <a:pt x="1943" y="7542"/>
                      <a:pt x="2335" y="7542"/>
                    </a:cubicBezTo>
                    <a:cubicBezTo>
                      <a:pt x="2339" y="7542"/>
                      <a:pt x="2344" y="7542"/>
                      <a:pt x="2349" y="7542"/>
                    </a:cubicBezTo>
                    <a:cubicBezTo>
                      <a:pt x="2350" y="7520"/>
                      <a:pt x="2350" y="7500"/>
                      <a:pt x="2350" y="7479"/>
                    </a:cubicBezTo>
                    <a:cubicBezTo>
                      <a:pt x="2350" y="7462"/>
                      <a:pt x="2350" y="7444"/>
                      <a:pt x="2352" y="7427"/>
                    </a:cubicBezTo>
                    <a:cubicBezTo>
                      <a:pt x="2352" y="7410"/>
                      <a:pt x="2352" y="7392"/>
                      <a:pt x="2352" y="7375"/>
                    </a:cubicBezTo>
                    <a:cubicBezTo>
                      <a:pt x="2353" y="7340"/>
                      <a:pt x="2353" y="7306"/>
                      <a:pt x="2353" y="7271"/>
                    </a:cubicBezTo>
                    <a:cubicBezTo>
                      <a:pt x="2355" y="7254"/>
                      <a:pt x="2355" y="7237"/>
                      <a:pt x="2355" y="7221"/>
                    </a:cubicBezTo>
                    <a:cubicBezTo>
                      <a:pt x="2355" y="7185"/>
                      <a:pt x="2355" y="7152"/>
                      <a:pt x="2355" y="7118"/>
                    </a:cubicBezTo>
                    <a:cubicBezTo>
                      <a:pt x="2356" y="6984"/>
                      <a:pt x="2356" y="6854"/>
                      <a:pt x="2355" y="6731"/>
                    </a:cubicBezTo>
                    <a:lnTo>
                      <a:pt x="2355" y="6730"/>
                    </a:lnTo>
                    <a:cubicBezTo>
                      <a:pt x="2353" y="6684"/>
                      <a:pt x="2353" y="6640"/>
                      <a:pt x="2352" y="6597"/>
                    </a:cubicBezTo>
                    <a:cubicBezTo>
                      <a:pt x="2352" y="6582"/>
                      <a:pt x="2350" y="6566"/>
                      <a:pt x="2350" y="6551"/>
                    </a:cubicBezTo>
                    <a:cubicBezTo>
                      <a:pt x="2350" y="6523"/>
                      <a:pt x="2349" y="6497"/>
                      <a:pt x="2347" y="6471"/>
                    </a:cubicBezTo>
                    <a:cubicBezTo>
                      <a:pt x="2346" y="6403"/>
                      <a:pt x="2341" y="6337"/>
                      <a:pt x="2338" y="6277"/>
                    </a:cubicBezTo>
                    <a:cubicBezTo>
                      <a:pt x="2321" y="6146"/>
                      <a:pt x="2307" y="6014"/>
                      <a:pt x="2295" y="5889"/>
                    </a:cubicBezTo>
                    <a:cubicBezTo>
                      <a:pt x="2286" y="5892"/>
                      <a:pt x="2275" y="5894"/>
                      <a:pt x="2266" y="5895"/>
                    </a:cubicBezTo>
                    <a:cubicBezTo>
                      <a:pt x="2244" y="5898"/>
                      <a:pt x="2223" y="5899"/>
                      <a:pt x="2201" y="5899"/>
                    </a:cubicBezTo>
                    <a:cubicBezTo>
                      <a:pt x="1818" y="5899"/>
                      <a:pt x="1457" y="5457"/>
                      <a:pt x="1379" y="4869"/>
                    </a:cubicBezTo>
                    <a:cubicBezTo>
                      <a:pt x="1297" y="4250"/>
                      <a:pt x="1560" y="3703"/>
                      <a:pt x="1966" y="3648"/>
                    </a:cubicBezTo>
                    <a:cubicBezTo>
                      <a:pt x="1988" y="3645"/>
                      <a:pt x="2009" y="3644"/>
                      <a:pt x="2030" y="3644"/>
                    </a:cubicBezTo>
                    <a:cubicBezTo>
                      <a:pt x="2175" y="3644"/>
                      <a:pt x="2316" y="3706"/>
                      <a:pt x="2440" y="3816"/>
                    </a:cubicBezTo>
                    <a:cubicBezTo>
                      <a:pt x="2645" y="3998"/>
                      <a:pt x="2803" y="4307"/>
                      <a:pt x="2852" y="4674"/>
                    </a:cubicBezTo>
                    <a:cubicBezTo>
                      <a:pt x="2875" y="4848"/>
                      <a:pt x="2872" y="5018"/>
                      <a:pt x="2844" y="5170"/>
                    </a:cubicBezTo>
                    <a:cubicBezTo>
                      <a:pt x="4073" y="4822"/>
                      <a:pt x="3110" y="3597"/>
                      <a:pt x="3202" y="3042"/>
                    </a:cubicBezTo>
                    <a:cubicBezTo>
                      <a:pt x="3712" y="851"/>
                      <a:pt x="4916" y="260"/>
                      <a:pt x="5793" y="137"/>
                    </a:cubicBezTo>
                    <a:cubicBezTo>
                      <a:pt x="5888" y="124"/>
                      <a:pt x="5982" y="117"/>
                      <a:pt x="6076" y="117"/>
                    </a:cubicBezTo>
                    <a:cubicBezTo>
                      <a:pt x="6175" y="117"/>
                      <a:pt x="6273" y="125"/>
                      <a:pt x="6369" y="139"/>
                    </a:cubicBezTo>
                    <a:lnTo>
                      <a:pt x="6369" y="139"/>
                    </a:lnTo>
                    <a:cubicBezTo>
                      <a:pt x="6347" y="131"/>
                      <a:pt x="5979" y="1"/>
                      <a:pt x="5449" y="1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7"/>
              <p:cNvSpPr/>
              <p:nvPr/>
            </p:nvSpPr>
            <p:spPr>
              <a:xfrm>
                <a:off x="7008797" y="1575850"/>
                <a:ext cx="96015" cy="500611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0678" extrusionOk="0">
                    <a:moveTo>
                      <a:pt x="19" y="0"/>
                    </a:moveTo>
                    <a:cubicBezTo>
                      <a:pt x="17" y="0"/>
                      <a:pt x="15" y="1"/>
                      <a:pt x="13" y="1"/>
                    </a:cubicBezTo>
                    <a:cubicBezTo>
                      <a:pt x="5" y="4"/>
                      <a:pt x="1" y="13"/>
                      <a:pt x="4" y="21"/>
                    </a:cubicBezTo>
                    <a:cubicBezTo>
                      <a:pt x="343" y="980"/>
                      <a:pt x="1147" y="3346"/>
                      <a:pt x="1300" y="4632"/>
                    </a:cubicBezTo>
                    <a:cubicBezTo>
                      <a:pt x="1328" y="4863"/>
                      <a:pt x="1374" y="5205"/>
                      <a:pt x="1432" y="5640"/>
                    </a:cubicBezTo>
                    <a:cubicBezTo>
                      <a:pt x="1562" y="6629"/>
                      <a:pt x="1742" y="7983"/>
                      <a:pt x="1887" y="9344"/>
                    </a:cubicBezTo>
                    <a:cubicBezTo>
                      <a:pt x="1938" y="9818"/>
                      <a:pt x="1982" y="10261"/>
                      <a:pt x="2016" y="10663"/>
                    </a:cubicBezTo>
                    <a:cubicBezTo>
                      <a:pt x="2017" y="10671"/>
                      <a:pt x="2023" y="10677"/>
                      <a:pt x="2031" y="10677"/>
                    </a:cubicBezTo>
                    <a:lnTo>
                      <a:pt x="2033" y="10677"/>
                    </a:lnTo>
                    <a:cubicBezTo>
                      <a:pt x="2042" y="10677"/>
                      <a:pt x="2048" y="10670"/>
                      <a:pt x="2046" y="10660"/>
                    </a:cubicBezTo>
                    <a:cubicBezTo>
                      <a:pt x="2013" y="10258"/>
                      <a:pt x="1970" y="9815"/>
                      <a:pt x="1918" y="9339"/>
                    </a:cubicBezTo>
                    <a:cubicBezTo>
                      <a:pt x="1773" y="7979"/>
                      <a:pt x="1594" y="6624"/>
                      <a:pt x="1462" y="5637"/>
                    </a:cubicBezTo>
                    <a:cubicBezTo>
                      <a:pt x="1404" y="5201"/>
                      <a:pt x="1358" y="4858"/>
                      <a:pt x="1331" y="4628"/>
                    </a:cubicBezTo>
                    <a:cubicBezTo>
                      <a:pt x="1178" y="3339"/>
                      <a:pt x="372" y="970"/>
                      <a:pt x="33" y="10"/>
                    </a:cubicBezTo>
                    <a:cubicBezTo>
                      <a:pt x="32" y="4"/>
                      <a:pt x="26" y="0"/>
                      <a:pt x="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7"/>
              <p:cNvSpPr/>
              <p:nvPr/>
            </p:nvSpPr>
            <p:spPr>
              <a:xfrm>
                <a:off x="6539410" y="1603979"/>
                <a:ext cx="113503" cy="430616"/>
              </a:xfrm>
              <a:custGeom>
                <a:avLst/>
                <a:gdLst/>
                <a:ahLst/>
                <a:cxnLst/>
                <a:rect l="l" t="t" r="r" b="b"/>
                <a:pathLst>
                  <a:path w="2421" h="9185" extrusionOk="0">
                    <a:moveTo>
                      <a:pt x="18" y="1"/>
                    </a:moveTo>
                    <a:cubicBezTo>
                      <a:pt x="12" y="1"/>
                      <a:pt x="7" y="4"/>
                      <a:pt x="3" y="8"/>
                    </a:cubicBezTo>
                    <a:cubicBezTo>
                      <a:pt x="0" y="16"/>
                      <a:pt x="2" y="26"/>
                      <a:pt x="9" y="30"/>
                    </a:cubicBezTo>
                    <a:cubicBezTo>
                      <a:pt x="335" y="201"/>
                      <a:pt x="957" y="586"/>
                      <a:pt x="1471" y="1253"/>
                    </a:cubicBezTo>
                    <a:cubicBezTo>
                      <a:pt x="1472" y="1253"/>
                      <a:pt x="1472" y="1254"/>
                      <a:pt x="1472" y="1254"/>
                    </a:cubicBezTo>
                    <a:cubicBezTo>
                      <a:pt x="1691" y="1539"/>
                      <a:pt x="1871" y="1847"/>
                      <a:pt x="2008" y="2173"/>
                    </a:cubicBezTo>
                    <a:cubicBezTo>
                      <a:pt x="2287" y="2844"/>
                      <a:pt x="2388" y="3601"/>
                      <a:pt x="2307" y="4422"/>
                    </a:cubicBezTo>
                    <a:cubicBezTo>
                      <a:pt x="1980" y="7753"/>
                      <a:pt x="1491" y="9105"/>
                      <a:pt x="1471" y="9161"/>
                    </a:cubicBezTo>
                    <a:cubicBezTo>
                      <a:pt x="1468" y="9168"/>
                      <a:pt x="1468" y="9174"/>
                      <a:pt x="1472" y="9180"/>
                    </a:cubicBezTo>
                    <a:lnTo>
                      <a:pt x="1474" y="9180"/>
                    </a:lnTo>
                    <a:cubicBezTo>
                      <a:pt x="1477" y="9183"/>
                      <a:pt x="1480" y="9184"/>
                      <a:pt x="1485" y="9184"/>
                    </a:cubicBezTo>
                    <a:cubicBezTo>
                      <a:pt x="1486" y="9184"/>
                      <a:pt x="1486" y="9184"/>
                      <a:pt x="1488" y="9183"/>
                    </a:cubicBezTo>
                    <a:cubicBezTo>
                      <a:pt x="1492" y="9183"/>
                      <a:pt x="1497" y="9178"/>
                      <a:pt x="1498" y="9174"/>
                    </a:cubicBezTo>
                    <a:cubicBezTo>
                      <a:pt x="1505" y="9160"/>
                      <a:pt x="2004" y="7818"/>
                      <a:pt x="2339" y="4425"/>
                    </a:cubicBezTo>
                    <a:cubicBezTo>
                      <a:pt x="2420" y="3599"/>
                      <a:pt x="2318" y="2838"/>
                      <a:pt x="2037" y="2161"/>
                    </a:cubicBezTo>
                    <a:cubicBezTo>
                      <a:pt x="1899" y="1832"/>
                      <a:pt x="1717" y="1522"/>
                      <a:pt x="1497" y="1236"/>
                    </a:cubicBezTo>
                    <a:cubicBezTo>
                      <a:pt x="1497" y="1236"/>
                      <a:pt x="1497" y="1234"/>
                      <a:pt x="1497" y="1234"/>
                    </a:cubicBezTo>
                    <a:cubicBezTo>
                      <a:pt x="979" y="563"/>
                      <a:pt x="352" y="175"/>
                      <a:pt x="25" y="2"/>
                    </a:cubicBezTo>
                    <a:cubicBezTo>
                      <a:pt x="23" y="1"/>
                      <a:pt x="20" y="1"/>
                      <a:pt x="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7"/>
              <p:cNvSpPr/>
              <p:nvPr/>
            </p:nvSpPr>
            <p:spPr>
              <a:xfrm>
                <a:off x="6380572" y="1598588"/>
                <a:ext cx="153353" cy="447259"/>
              </a:xfrm>
              <a:custGeom>
                <a:avLst/>
                <a:gdLst/>
                <a:ahLst/>
                <a:cxnLst/>
                <a:rect l="l" t="t" r="r" b="b"/>
                <a:pathLst>
                  <a:path w="3271" h="9540" extrusionOk="0">
                    <a:moveTo>
                      <a:pt x="3127" y="1"/>
                    </a:moveTo>
                    <a:cubicBezTo>
                      <a:pt x="0" y="1770"/>
                      <a:pt x="243" y="8122"/>
                      <a:pt x="219" y="9263"/>
                    </a:cubicBezTo>
                    <a:cubicBezTo>
                      <a:pt x="297" y="9273"/>
                      <a:pt x="375" y="9280"/>
                      <a:pt x="448" y="9283"/>
                    </a:cubicBezTo>
                    <a:cubicBezTo>
                      <a:pt x="499" y="9285"/>
                      <a:pt x="549" y="9286"/>
                      <a:pt x="598" y="9286"/>
                    </a:cubicBezTo>
                    <a:cubicBezTo>
                      <a:pt x="939" y="9286"/>
                      <a:pt x="1225" y="9229"/>
                      <a:pt x="1454" y="9166"/>
                    </a:cubicBezTo>
                    <a:cubicBezTo>
                      <a:pt x="1737" y="9087"/>
                      <a:pt x="1930" y="8999"/>
                      <a:pt x="2024" y="8999"/>
                    </a:cubicBezTo>
                    <a:cubicBezTo>
                      <a:pt x="2065" y="8999"/>
                      <a:pt x="2087" y="9015"/>
                      <a:pt x="2090" y="9056"/>
                    </a:cubicBezTo>
                    <a:cubicBezTo>
                      <a:pt x="2107" y="9278"/>
                      <a:pt x="1503" y="9309"/>
                      <a:pt x="1468" y="9425"/>
                    </a:cubicBezTo>
                    <a:cubicBezTo>
                      <a:pt x="1465" y="9434"/>
                      <a:pt x="1465" y="9443"/>
                      <a:pt x="1468" y="9452"/>
                    </a:cubicBezTo>
                    <a:cubicBezTo>
                      <a:pt x="1490" y="9508"/>
                      <a:pt x="1616" y="9540"/>
                      <a:pt x="1828" y="9540"/>
                    </a:cubicBezTo>
                    <a:cubicBezTo>
                      <a:pt x="2019" y="9540"/>
                      <a:pt x="2280" y="9513"/>
                      <a:pt x="2595" y="9454"/>
                    </a:cubicBezTo>
                    <a:cubicBezTo>
                      <a:pt x="1390" y="5442"/>
                      <a:pt x="2989" y="819"/>
                      <a:pt x="3270" y="64"/>
                    </a:cubicBezTo>
                    <a:cubicBezTo>
                      <a:pt x="3179" y="21"/>
                      <a:pt x="3127" y="1"/>
                      <a:pt x="3127" y="1"/>
                    </a:cubicBezTo>
                    <a:close/>
                  </a:path>
                </a:pathLst>
              </a:custGeom>
              <a:solidFill>
                <a:srgbClr val="333746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7"/>
              <p:cNvSpPr/>
              <p:nvPr/>
            </p:nvSpPr>
            <p:spPr>
              <a:xfrm>
                <a:off x="6477384" y="1736094"/>
                <a:ext cx="20253" cy="279795"/>
              </a:xfrm>
              <a:custGeom>
                <a:avLst/>
                <a:gdLst/>
                <a:ahLst/>
                <a:cxnLst/>
                <a:rect l="l" t="t" r="r" b="b"/>
                <a:pathLst>
                  <a:path w="432" h="5968" extrusionOk="0">
                    <a:moveTo>
                      <a:pt x="415" y="1"/>
                    </a:moveTo>
                    <a:cubicBezTo>
                      <a:pt x="408" y="1"/>
                      <a:pt x="402" y="5"/>
                      <a:pt x="400" y="11"/>
                    </a:cubicBezTo>
                    <a:cubicBezTo>
                      <a:pt x="398" y="17"/>
                      <a:pt x="215" y="621"/>
                      <a:pt x="118" y="1650"/>
                    </a:cubicBezTo>
                    <a:cubicBezTo>
                      <a:pt x="31" y="2601"/>
                      <a:pt x="1" y="4117"/>
                      <a:pt x="363" y="5955"/>
                    </a:cubicBezTo>
                    <a:cubicBezTo>
                      <a:pt x="365" y="5963"/>
                      <a:pt x="371" y="5967"/>
                      <a:pt x="378" y="5967"/>
                    </a:cubicBezTo>
                    <a:lnTo>
                      <a:pt x="381" y="5967"/>
                    </a:lnTo>
                    <a:cubicBezTo>
                      <a:pt x="391" y="5966"/>
                      <a:pt x="395" y="5957"/>
                      <a:pt x="394" y="5949"/>
                    </a:cubicBezTo>
                    <a:cubicBezTo>
                      <a:pt x="33" y="4116"/>
                      <a:pt x="62" y="2602"/>
                      <a:pt x="150" y="1654"/>
                    </a:cubicBezTo>
                    <a:cubicBezTo>
                      <a:pt x="245" y="627"/>
                      <a:pt x="429" y="26"/>
                      <a:pt x="430" y="20"/>
                    </a:cubicBezTo>
                    <a:cubicBezTo>
                      <a:pt x="432" y="12"/>
                      <a:pt x="427" y="3"/>
                      <a:pt x="420" y="2"/>
                    </a:cubicBezTo>
                    <a:cubicBezTo>
                      <a:pt x="418" y="1"/>
                      <a:pt x="416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7"/>
              <p:cNvSpPr/>
              <p:nvPr/>
            </p:nvSpPr>
            <p:spPr>
              <a:xfrm>
                <a:off x="6426142" y="1670224"/>
                <a:ext cx="56728" cy="351056"/>
              </a:xfrm>
              <a:custGeom>
                <a:avLst/>
                <a:gdLst/>
                <a:ahLst/>
                <a:cxnLst/>
                <a:rect l="l" t="t" r="r" b="b"/>
                <a:pathLst>
                  <a:path w="1210" h="7488" extrusionOk="0">
                    <a:moveTo>
                      <a:pt x="1192" y="1"/>
                    </a:moveTo>
                    <a:cubicBezTo>
                      <a:pt x="1185" y="1"/>
                      <a:pt x="1180" y="5"/>
                      <a:pt x="1178" y="12"/>
                    </a:cubicBezTo>
                    <a:cubicBezTo>
                      <a:pt x="1173" y="23"/>
                      <a:pt x="777" y="1135"/>
                      <a:pt x="481" y="2602"/>
                    </a:cubicBezTo>
                    <a:cubicBezTo>
                      <a:pt x="308" y="3466"/>
                      <a:pt x="202" y="4281"/>
                      <a:pt x="169" y="5026"/>
                    </a:cubicBezTo>
                    <a:cubicBezTo>
                      <a:pt x="126" y="5957"/>
                      <a:pt x="195" y="6781"/>
                      <a:pt x="375" y="7475"/>
                    </a:cubicBezTo>
                    <a:cubicBezTo>
                      <a:pt x="377" y="7481"/>
                      <a:pt x="383" y="7485"/>
                      <a:pt x="390" y="7485"/>
                    </a:cubicBezTo>
                    <a:lnTo>
                      <a:pt x="390" y="7487"/>
                    </a:lnTo>
                    <a:cubicBezTo>
                      <a:pt x="392" y="7487"/>
                      <a:pt x="393" y="7485"/>
                      <a:pt x="393" y="7485"/>
                    </a:cubicBezTo>
                    <a:cubicBezTo>
                      <a:pt x="403" y="7484"/>
                      <a:pt x="407" y="7475"/>
                      <a:pt x="406" y="7467"/>
                    </a:cubicBezTo>
                    <a:cubicBezTo>
                      <a:pt x="0" y="5903"/>
                      <a:pt x="239" y="3963"/>
                      <a:pt x="511" y="2610"/>
                    </a:cubicBezTo>
                    <a:cubicBezTo>
                      <a:pt x="806" y="1144"/>
                      <a:pt x="1202" y="34"/>
                      <a:pt x="1207" y="22"/>
                    </a:cubicBezTo>
                    <a:cubicBezTo>
                      <a:pt x="1210" y="14"/>
                      <a:pt x="1205" y="5"/>
                      <a:pt x="1198" y="2"/>
                    </a:cubicBezTo>
                    <a:cubicBezTo>
                      <a:pt x="1196" y="1"/>
                      <a:pt x="1194" y="1"/>
                      <a:pt x="11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7"/>
              <p:cNvSpPr/>
              <p:nvPr/>
            </p:nvSpPr>
            <p:spPr>
              <a:xfrm>
                <a:off x="6637066" y="2206138"/>
                <a:ext cx="72387" cy="165167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3523" extrusionOk="0">
                    <a:moveTo>
                      <a:pt x="18" y="1"/>
                    </a:moveTo>
                    <a:cubicBezTo>
                      <a:pt x="16" y="1"/>
                      <a:pt x="14" y="1"/>
                      <a:pt x="12" y="2"/>
                    </a:cubicBezTo>
                    <a:cubicBezTo>
                      <a:pt x="4" y="7"/>
                      <a:pt x="1" y="16"/>
                      <a:pt x="4" y="23"/>
                    </a:cubicBezTo>
                    <a:cubicBezTo>
                      <a:pt x="18" y="51"/>
                      <a:pt x="1345" y="2830"/>
                      <a:pt x="1512" y="3511"/>
                    </a:cubicBezTo>
                    <a:cubicBezTo>
                      <a:pt x="1513" y="3518"/>
                      <a:pt x="1519" y="3523"/>
                      <a:pt x="1527" y="3523"/>
                    </a:cubicBezTo>
                    <a:lnTo>
                      <a:pt x="1531" y="3523"/>
                    </a:lnTo>
                    <a:cubicBezTo>
                      <a:pt x="1539" y="3521"/>
                      <a:pt x="1544" y="3512"/>
                      <a:pt x="1542" y="3505"/>
                    </a:cubicBezTo>
                    <a:cubicBezTo>
                      <a:pt x="1374" y="2820"/>
                      <a:pt x="47" y="37"/>
                      <a:pt x="33" y="10"/>
                    </a:cubicBezTo>
                    <a:cubicBezTo>
                      <a:pt x="30" y="4"/>
                      <a:pt x="24" y="1"/>
                      <a:pt x="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7"/>
              <p:cNvSpPr/>
              <p:nvPr/>
            </p:nvSpPr>
            <p:spPr>
              <a:xfrm>
                <a:off x="7306782" y="1626717"/>
                <a:ext cx="87577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874" extrusionOk="0">
                    <a:moveTo>
                      <a:pt x="129" y="0"/>
                    </a:moveTo>
                    <a:cubicBezTo>
                      <a:pt x="92" y="138"/>
                      <a:pt x="48" y="295"/>
                      <a:pt x="0" y="470"/>
                    </a:cubicBezTo>
                    <a:lnTo>
                      <a:pt x="1824" y="873"/>
                    </a:lnTo>
                    <a:cubicBezTo>
                      <a:pt x="1838" y="788"/>
                      <a:pt x="1853" y="700"/>
                      <a:pt x="1867" y="612"/>
                    </a:cubicBez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7"/>
              <p:cNvSpPr/>
              <p:nvPr/>
            </p:nvSpPr>
            <p:spPr>
              <a:xfrm>
                <a:off x="6389104" y="1013447"/>
                <a:ext cx="1331651" cy="3595278"/>
              </a:xfrm>
              <a:custGeom>
                <a:avLst/>
                <a:gdLst/>
                <a:ahLst/>
                <a:cxnLst/>
                <a:rect l="l" t="t" r="r" b="b"/>
                <a:pathLst>
                  <a:path w="28404" h="76687" extrusionOk="0">
                    <a:moveTo>
                      <a:pt x="5628" y="68"/>
                    </a:moveTo>
                    <a:cubicBezTo>
                      <a:pt x="5776" y="68"/>
                      <a:pt x="5945" y="552"/>
                      <a:pt x="6064" y="1310"/>
                    </a:cubicBezTo>
                    <a:lnTo>
                      <a:pt x="6074" y="1379"/>
                    </a:lnTo>
                    <a:lnTo>
                      <a:pt x="6122" y="1329"/>
                    </a:lnTo>
                    <a:cubicBezTo>
                      <a:pt x="6823" y="603"/>
                      <a:pt x="7805" y="202"/>
                      <a:pt x="8886" y="202"/>
                    </a:cubicBezTo>
                    <a:cubicBezTo>
                      <a:pt x="10074" y="202"/>
                      <a:pt x="11181" y="710"/>
                      <a:pt x="11517" y="1408"/>
                    </a:cubicBezTo>
                    <a:lnTo>
                      <a:pt x="11526" y="1428"/>
                    </a:lnTo>
                    <a:lnTo>
                      <a:pt x="11542" y="1428"/>
                    </a:lnTo>
                    <a:cubicBezTo>
                      <a:pt x="11858" y="1552"/>
                      <a:pt x="12135" y="1757"/>
                      <a:pt x="12344" y="2023"/>
                    </a:cubicBezTo>
                    <a:cubicBezTo>
                      <a:pt x="12603" y="2353"/>
                      <a:pt x="12705" y="2711"/>
                      <a:pt x="12645" y="3084"/>
                    </a:cubicBezTo>
                    <a:cubicBezTo>
                      <a:pt x="12570" y="3567"/>
                      <a:pt x="12245" y="3919"/>
                      <a:pt x="12208" y="3957"/>
                    </a:cubicBezTo>
                    <a:lnTo>
                      <a:pt x="12193" y="3972"/>
                    </a:lnTo>
                    <a:lnTo>
                      <a:pt x="12196" y="4017"/>
                    </a:lnTo>
                    <a:cubicBezTo>
                      <a:pt x="12197" y="4049"/>
                      <a:pt x="12200" y="4084"/>
                      <a:pt x="12202" y="4122"/>
                    </a:cubicBezTo>
                    <a:cubicBezTo>
                      <a:pt x="12259" y="5110"/>
                      <a:pt x="12415" y="8427"/>
                      <a:pt x="12083" y="9638"/>
                    </a:cubicBezTo>
                    <a:cubicBezTo>
                      <a:pt x="11977" y="9996"/>
                      <a:pt x="11507" y="10510"/>
                      <a:pt x="10676" y="10510"/>
                    </a:cubicBezTo>
                    <a:cubicBezTo>
                      <a:pt x="10597" y="10510"/>
                      <a:pt x="10515" y="10506"/>
                      <a:pt x="10430" y="10496"/>
                    </a:cubicBezTo>
                    <a:lnTo>
                      <a:pt x="10389" y="10490"/>
                    </a:lnTo>
                    <a:lnTo>
                      <a:pt x="10403" y="10638"/>
                    </a:lnTo>
                    <a:lnTo>
                      <a:pt x="10436" y="10636"/>
                    </a:lnTo>
                    <a:cubicBezTo>
                      <a:pt x="10508" y="10633"/>
                      <a:pt x="10575" y="10631"/>
                      <a:pt x="10636" y="10631"/>
                    </a:cubicBezTo>
                    <a:cubicBezTo>
                      <a:pt x="11064" y="10631"/>
                      <a:pt x="11239" y="10713"/>
                      <a:pt x="11263" y="10727"/>
                    </a:cubicBezTo>
                    <a:cubicBezTo>
                      <a:pt x="11305" y="10766"/>
                      <a:pt x="11733" y="11187"/>
                      <a:pt x="12066" y="11575"/>
                    </a:cubicBezTo>
                    <a:lnTo>
                      <a:pt x="12074" y="11584"/>
                    </a:lnTo>
                    <a:cubicBezTo>
                      <a:pt x="12069" y="11601"/>
                      <a:pt x="12060" y="11624"/>
                      <a:pt x="12048" y="11652"/>
                    </a:cubicBezTo>
                    <a:lnTo>
                      <a:pt x="12031" y="11691"/>
                    </a:lnTo>
                    <a:lnTo>
                      <a:pt x="12074" y="11699"/>
                    </a:lnTo>
                    <a:cubicBezTo>
                      <a:pt x="12101" y="11704"/>
                      <a:pt x="12182" y="11716"/>
                      <a:pt x="12295" y="11739"/>
                    </a:cubicBezTo>
                    <a:cubicBezTo>
                      <a:pt x="12548" y="11792"/>
                      <a:pt x="12911" y="11886"/>
                      <a:pt x="13206" y="12034"/>
                    </a:cubicBezTo>
                    <a:lnTo>
                      <a:pt x="13232" y="12049"/>
                    </a:lnTo>
                    <a:lnTo>
                      <a:pt x="13234" y="12048"/>
                    </a:lnTo>
                    <a:lnTo>
                      <a:pt x="13239" y="12049"/>
                    </a:lnTo>
                    <a:lnTo>
                      <a:pt x="13240" y="12045"/>
                    </a:lnTo>
                    <a:lnTo>
                      <a:pt x="13263" y="12037"/>
                    </a:lnTo>
                    <a:cubicBezTo>
                      <a:pt x="13277" y="12031"/>
                      <a:pt x="13305" y="12022"/>
                      <a:pt x="13338" y="12022"/>
                    </a:cubicBezTo>
                    <a:cubicBezTo>
                      <a:pt x="13358" y="12022"/>
                      <a:pt x="13380" y="12026"/>
                      <a:pt x="13402" y="12035"/>
                    </a:cubicBezTo>
                    <a:cubicBezTo>
                      <a:pt x="13453" y="12057"/>
                      <a:pt x="13492" y="12106"/>
                      <a:pt x="13521" y="12181"/>
                    </a:cubicBezTo>
                    <a:lnTo>
                      <a:pt x="13525" y="12190"/>
                    </a:lnTo>
                    <a:lnTo>
                      <a:pt x="13534" y="12196"/>
                    </a:lnTo>
                    <a:cubicBezTo>
                      <a:pt x="14008" y="12512"/>
                      <a:pt x="15827" y="13818"/>
                      <a:pt x="16061" y="14420"/>
                    </a:cubicBezTo>
                    <a:cubicBezTo>
                      <a:pt x="16306" y="15050"/>
                      <a:pt x="16345" y="16228"/>
                      <a:pt x="16345" y="16240"/>
                    </a:cubicBezTo>
                    <a:lnTo>
                      <a:pt x="16347" y="16275"/>
                    </a:lnTo>
                    <a:lnTo>
                      <a:pt x="16380" y="16273"/>
                    </a:lnTo>
                    <a:cubicBezTo>
                      <a:pt x="16381" y="16273"/>
                      <a:pt x="16394" y="16273"/>
                      <a:pt x="16415" y="16273"/>
                    </a:cubicBezTo>
                    <a:cubicBezTo>
                      <a:pt x="16566" y="16273"/>
                      <a:pt x="17166" y="16292"/>
                      <a:pt x="17336" y="16594"/>
                    </a:cubicBezTo>
                    <a:cubicBezTo>
                      <a:pt x="17529" y="16937"/>
                      <a:pt x="17344" y="17234"/>
                      <a:pt x="17336" y="17246"/>
                    </a:cubicBezTo>
                    <a:lnTo>
                      <a:pt x="17331" y="17255"/>
                    </a:lnTo>
                    <a:lnTo>
                      <a:pt x="17331" y="17266"/>
                    </a:lnTo>
                    <a:cubicBezTo>
                      <a:pt x="17331" y="17270"/>
                      <a:pt x="17341" y="17836"/>
                      <a:pt x="17278" y="18421"/>
                    </a:cubicBezTo>
                    <a:lnTo>
                      <a:pt x="17276" y="18432"/>
                    </a:lnTo>
                    <a:lnTo>
                      <a:pt x="17284" y="18443"/>
                    </a:lnTo>
                    <a:cubicBezTo>
                      <a:pt x="17316" y="18496"/>
                      <a:pt x="17351" y="18550"/>
                      <a:pt x="17385" y="18605"/>
                    </a:cubicBezTo>
                    <a:cubicBezTo>
                      <a:pt x="17498" y="18779"/>
                      <a:pt x="17602" y="18935"/>
                      <a:pt x="17695" y="19067"/>
                    </a:cubicBezTo>
                    <a:lnTo>
                      <a:pt x="17726" y="19109"/>
                    </a:lnTo>
                    <a:lnTo>
                      <a:pt x="17752" y="19065"/>
                    </a:lnTo>
                    <a:cubicBezTo>
                      <a:pt x="17824" y="18943"/>
                      <a:pt x="17917" y="18782"/>
                      <a:pt x="18001" y="18623"/>
                    </a:cubicBezTo>
                    <a:cubicBezTo>
                      <a:pt x="18085" y="18463"/>
                      <a:pt x="18151" y="18319"/>
                      <a:pt x="18204" y="18185"/>
                    </a:cubicBezTo>
                    <a:cubicBezTo>
                      <a:pt x="18585" y="17211"/>
                      <a:pt x="19247" y="14868"/>
                      <a:pt x="19606" y="13558"/>
                    </a:cubicBezTo>
                    <a:cubicBezTo>
                      <a:pt x="19655" y="13384"/>
                      <a:pt x="19698" y="13226"/>
                      <a:pt x="19736" y="13089"/>
                    </a:cubicBezTo>
                    <a:lnTo>
                      <a:pt x="19744" y="13058"/>
                    </a:lnTo>
                    <a:lnTo>
                      <a:pt x="19007" y="12798"/>
                    </a:lnTo>
                    <a:cubicBezTo>
                      <a:pt x="18993" y="12794"/>
                      <a:pt x="18986" y="12778"/>
                      <a:pt x="18990" y="12765"/>
                    </a:cubicBezTo>
                    <a:lnTo>
                      <a:pt x="20741" y="7796"/>
                    </a:lnTo>
                    <a:cubicBezTo>
                      <a:pt x="20744" y="7785"/>
                      <a:pt x="20754" y="7779"/>
                      <a:pt x="20765" y="7779"/>
                    </a:cubicBezTo>
                    <a:cubicBezTo>
                      <a:pt x="20768" y="7779"/>
                      <a:pt x="20771" y="7780"/>
                      <a:pt x="20774" y="7781"/>
                    </a:cubicBezTo>
                    <a:lnTo>
                      <a:pt x="21141" y="7909"/>
                    </a:lnTo>
                    <a:lnTo>
                      <a:pt x="23727" y="8820"/>
                    </a:lnTo>
                    <a:cubicBezTo>
                      <a:pt x="23740" y="8825"/>
                      <a:pt x="23747" y="8840"/>
                      <a:pt x="23742" y="8854"/>
                    </a:cubicBezTo>
                    <a:lnTo>
                      <a:pt x="23037" y="10855"/>
                    </a:lnTo>
                    <a:lnTo>
                      <a:pt x="23054" y="10870"/>
                    </a:lnTo>
                    <a:cubicBezTo>
                      <a:pt x="23146" y="10956"/>
                      <a:pt x="23199" y="11042"/>
                      <a:pt x="23211" y="11124"/>
                    </a:cubicBezTo>
                    <a:cubicBezTo>
                      <a:pt x="23239" y="11317"/>
                      <a:pt x="23201" y="11461"/>
                      <a:pt x="22926" y="11584"/>
                    </a:cubicBezTo>
                    <a:lnTo>
                      <a:pt x="22887" y="11601"/>
                    </a:lnTo>
                    <a:lnTo>
                      <a:pt x="22910" y="11635"/>
                    </a:lnTo>
                    <a:cubicBezTo>
                      <a:pt x="22945" y="11685"/>
                      <a:pt x="22968" y="11736"/>
                      <a:pt x="22974" y="11785"/>
                    </a:cubicBezTo>
                    <a:cubicBezTo>
                      <a:pt x="23004" y="11977"/>
                      <a:pt x="22965" y="12121"/>
                      <a:pt x="22689" y="12245"/>
                    </a:cubicBezTo>
                    <a:lnTo>
                      <a:pt x="22650" y="12262"/>
                    </a:lnTo>
                    <a:lnTo>
                      <a:pt x="22675" y="12295"/>
                    </a:lnTo>
                    <a:cubicBezTo>
                      <a:pt x="22710" y="12346"/>
                      <a:pt x="22731" y="12396"/>
                      <a:pt x="22739" y="12445"/>
                    </a:cubicBezTo>
                    <a:cubicBezTo>
                      <a:pt x="22764" y="12621"/>
                      <a:pt x="22733" y="12763"/>
                      <a:pt x="22501" y="12882"/>
                    </a:cubicBezTo>
                    <a:lnTo>
                      <a:pt x="22468" y="12898"/>
                    </a:lnTo>
                    <a:lnTo>
                      <a:pt x="22485" y="12930"/>
                    </a:lnTo>
                    <a:cubicBezTo>
                      <a:pt x="22505" y="12965"/>
                      <a:pt x="22519" y="13000"/>
                      <a:pt x="22523" y="13035"/>
                    </a:cubicBezTo>
                    <a:cubicBezTo>
                      <a:pt x="22553" y="13237"/>
                      <a:pt x="22502" y="13379"/>
                      <a:pt x="22160" y="13502"/>
                    </a:cubicBezTo>
                    <a:lnTo>
                      <a:pt x="22160" y="13347"/>
                    </a:lnTo>
                    <a:lnTo>
                      <a:pt x="21993" y="13823"/>
                    </a:lnTo>
                    <a:cubicBezTo>
                      <a:pt x="21989" y="13833"/>
                      <a:pt x="21980" y="13840"/>
                      <a:pt x="21969" y="13840"/>
                    </a:cubicBezTo>
                    <a:cubicBezTo>
                      <a:pt x="21966" y="13840"/>
                      <a:pt x="21963" y="13839"/>
                      <a:pt x="21959" y="13838"/>
                    </a:cubicBezTo>
                    <a:lnTo>
                      <a:pt x="21414" y="13647"/>
                    </a:lnTo>
                    <a:lnTo>
                      <a:pt x="21392" y="13781"/>
                    </a:lnTo>
                    <a:cubicBezTo>
                      <a:pt x="21383" y="13836"/>
                      <a:pt x="21374" y="13893"/>
                      <a:pt x="21365" y="13948"/>
                    </a:cubicBezTo>
                    <a:cubicBezTo>
                      <a:pt x="20574" y="18718"/>
                      <a:pt x="19403" y="21848"/>
                      <a:pt x="19064" y="22693"/>
                    </a:cubicBezTo>
                    <a:cubicBezTo>
                      <a:pt x="18987" y="22884"/>
                      <a:pt x="18811" y="23023"/>
                      <a:pt x="18606" y="23055"/>
                    </a:cubicBezTo>
                    <a:cubicBezTo>
                      <a:pt x="18478" y="23076"/>
                      <a:pt x="18315" y="23093"/>
                      <a:pt x="18141" y="23093"/>
                    </a:cubicBezTo>
                    <a:cubicBezTo>
                      <a:pt x="17786" y="23093"/>
                      <a:pt x="17387" y="23019"/>
                      <a:pt x="17143" y="22739"/>
                    </a:cubicBezTo>
                    <a:lnTo>
                      <a:pt x="17140" y="22736"/>
                    </a:lnTo>
                    <a:lnTo>
                      <a:pt x="15553" y="21372"/>
                    </a:lnTo>
                    <a:lnTo>
                      <a:pt x="15532" y="21387"/>
                    </a:lnTo>
                    <a:cubicBezTo>
                      <a:pt x="15492" y="21415"/>
                      <a:pt x="15449" y="21443"/>
                      <a:pt x="15405" y="21470"/>
                    </a:cubicBezTo>
                    <a:cubicBezTo>
                      <a:pt x="15392" y="21478"/>
                      <a:pt x="15378" y="21481"/>
                      <a:pt x="15364" y="21481"/>
                    </a:cubicBezTo>
                    <a:cubicBezTo>
                      <a:pt x="15343" y="21481"/>
                      <a:pt x="15322" y="21474"/>
                      <a:pt x="15306" y="21459"/>
                    </a:cubicBezTo>
                    <a:cubicBezTo>
                      <a:pt x="15274" y="21430"/>
                      <a:pt x="15243" y="21403"/>
                      <a:pt x="15214" y="21377"/>
                    </a:cubicBezTo>
                    <a:lnTo>
                      <a:pt x="15095" y="21267"/>
                    </a:lnTo>
                    <a:lnTo>
                      <a:pt x="15104" y="21357"/>
                    </a:lnTo>
                    <a:cubicBezTo>
                      <a:pt x="15153" y="21805"/>
                      <a:pt x="15194" y="22236"/>
                      <a:pt x="15229" y="22640"/>
                    </a:cubicBezTo>
                    <a:lnTo>
                      <a:pt x="15214" y="22641"/>
                    </a:lnTo>
                    <a:lnTo>
                      <a:pt x="15217" y="22675"/>
                    </a:lnTo>
                    <a:cubicBezTo>
                      <a:pt x="15287" y="23516"/>
                      <a:pt x="15324" y="24207"/>
                      <a:pt x="15324" y="24731"/>
                    </a:cubicBezTo>
                    <a:cubicBezTo>
                      <a:pt x="15324" y="24953"/>
                      <a:pt x="15318" y="25152"/>
                      <a:pt x="15304" y="25321"/>
                    </a:cubicBezTo>
                    <a:lnTo>
                      <a:pt x="15303" y="25338"/>
                    </a:lnTo>
                    <a:lnTo>
                      <a:pt x="15316" y="25349"/>
                    </a:lnTo>
                    <a:cubicBezTo>
                      <a:pt x="15691" y="25691"/>
                      <a:pt x="16035" y="26080"/>
                      <a:pt x="16338" y="26505"/>
                    </a:cubicBezTo>
                    <a:lnTo>
                      <a:pt x="16322" y="26505"/>
                    </a:lnTo>
                    <a:lnTo>
                      <a:pt x="16356" y="26557"/>
                    </a:lnTo>
                    <a:cubicBezTo>
                      <a:pt x="16524" y="26815"/>
                      <a:pt x="16619" y="27038"/>
                      <a:pt x="16616" y="27165"/>
                    </a:cubicBezTo>
                    <a:cubicBezTo>
                      <a:pt x="16611" y="27378"/>
                      <a:pt x="16550" y="27972"/>
                      <a:pt x="16523" y="28218"/>
                    </a:cubicBezTo>
                    <a:lnTo>
                      <a:pt x="16521" y="28234"/>
                    </a:lnTo>
                    <a:lnTo>
                      <a:pt x="16533" y="28246"/>
                    </a:lnTo>
                    <a:cubicBezTo>
                      <a:pt x="16533" y="28246"/>
                      <a:pt x="16584" y="28298"/>
                      <a:pt x="16657" y="28370"/>
                    </a:cubicBezTo>
                    <a:cubicBezTo>
                      <a:pt x="16721" y="28436"/>
                      <a:pt x="16818" y="28530"/>
                      <a:pt x="16906" y="28617"/>
                    </a:cubicBezTo>
                    <a:cubicBezTo>
                      <a:pt x="16916" y="28627"/>
                      <a:pt x="16916" y="28640"/>
                      <a:pt x="16908" y="28648"/>
                    </a:cubicBezTo>
                    <a:lnTo>
                      <a:pt x="16877" y="28686"/>
                    </a:lnTo>
                    <a:lnTo>
                      <a:pt x="16925" y="28702"/>
                    </a:lnTo>
                    <a:cubicBezTo>
                      <a:pt x="16966" y="28715"/>
                      <a:pt x="17032" y="28738"/>
                      <a:pt x="17111" y="28767"/>
                    </a:cubicBezTo>
                    <a:cubicBezTo>
                      <a:pt x="17449" y="28890"/>
                      <a:pt x="17672" y="29003"/>
                      <a:pt x="17738" y="29084"/>
                    </a:cubicBezTo>
                    <a:cubicBezTo>
                      <a:pt x="17740" y="29085"/>
                      <a:pt x="17741" y="29087"/>
                      <a:pt x="17741" y="29088"/>
                    </a:cubicBezTo>
                    <a:lnTo>
                      <a:pt x="17758" y="29114"/>
                    </a:lnTo>
                    <a:lnTo>
                      <a:pt x="17772" y="29108"/>
                    </a:lnTo>
                    <a:cubicBezTo>
                      <a:pt x="17815" y="29197"/>
                      <a:pt x="18015" y="29616"/>
                      <a:pt x="18178" y="30209"/>
                    </a:cubicBezTo>
                    <a:lnTo>
                      <a:pt x="18180" y="30217"/>
                    </a:lnTo>
                    <a:lnTo>
                      <a:pt x="18186" y="30223"/>
                    </a:lnTo>
                    <a:cubicBezTo>
                      <a:pt x="18473" y="30547"/>
                      <a:pt x="25272" y="38210"/>
                      <a:pt x="27583" y="43620"/>
                    </a:cubicBezTo>
                    <a:cubicBezTo>
                      <a:pt x="28332" y="45378"/>
                      <a:pt x="26969" y="47869"/>
                      <a:pt x="24273" y="49679"/>
                    </a:cubicBezTo>
                    <a:lnTo>
                      <a:pt x="24257" y="49690"/>
                    </a:lnTo>
                    <a:lnTo>
                      <a:pt x="24257" y="49707"/>
                    </a:lnTo>
                    <a:cubicBezTo>
                      <a:pt x="24240" y="50476"/>
                      <a:pt x="24193" y="50509"/>
                      <a:pt x="23383" y="51077"/>
                    </a:cubicBezTo>
                    <a:lnTo>
                      <a:pt x="23248" y="51171"/>
                    </a:lnTo>
                    <a:cubicBezTo>
                      <a:pt x="22326" y="51820"/>
                      <a:pt x="19140" y="53887"/>
                      <a:pt x="19108" y="53908"/>
                    </a:cubicBezTo>
                    <a:lnTo>
                      <a:pt x="19102" y="53911"/>
                    </a:lnTo>
                    <a:lnTo>
                      <a:pt x="19097" y="53919"/>
                    </a:lnTo>
                    <a:cubicBezTo>
                      <a:pt x="19093" y="53926"/>
                      <a:pt x="18576" y="54741"/>
                      <a:pt x="17490" y="55287"/>
                    </a:cubicBezTo>
                    <a:lnTo>
                      <a:pt x="17467" y="55298"/>
                    </a:lnTo>
                    <a:lnTo>
                      <a:pt x="17472" y="55322"/>
                    </a:lnTo>
                    <a:cubicBezTo>
                      <a:pt x="17851" y="57846"/>
                      <a:pt x="17966" y="60196"/>
                      <a:pt x="17967" y="60219"/>
                    </a:cubicBezTo>
                    <a:lnTo>
                      <a:pt x="17967" y="60225"/>
                    </a:lnTo>
                    <a:cubicBezTo>
                      <a:pt x="17983" y="60288"/>
                      <a:pt x="19463" y="66587"/>
                      <a:pt x="19929" y="68561"/>
                    </a:cubicBezTo>
                    <a:cubicBezTo>
                      <a:pt x="19892" y="68694"/>
                      <a:pt x="19678" y="68871"/>
                      <a:pt x="18889" y="68983"/>
                    </a:cubicBezTo>
                    <a:lnTo>
                      <a:pt x="18836" y="68990"/>
                    </a:lnTo>
                    <a:lnTo>
                      <a:pt x="18845" y="69057"/>
                    </a:lnTo>
                    <a:lnTo>
                      <a:pt x="18866" y="69054"/>
                    </a:lnTo>
                    <a:cubicBezTo>
                      <a:pt x="18882" y="69137"/>
                      <a:pt x="18900" y="69242"/>
                      <a:pt x="18923" y="69366"/>
                    </a:cubicBezTo>
                    <a:cubicBezTo>
                      <a:pt x="19079" y="70206"/>
                      <a:pt x="19478" y="72296"/>
                      <a:pt x="19842" y="73560"/>
                    </a:cubicBezTo>
                    <a:lnTo>
                      <a:pt x="19849" y="73586"/>
                    </a:lnTo>
                    <a:lnTo>
                      <a:pt x="19877" y="73584"/>
                    </a:lnTo>
                    <a:lnTo>
                      <a:pt x="19877" y="73583"/>
                    </a:lnTo>
                    <a:cubicBezTo>
                      <a:pt x="19900" y="73581"/>
                      <a:pt x="19921" y="73581"/>
                      <a:pt x="19940" y="73581"/>
                    </a:cubicBezTo>
                    <a:cubicBezTo>
                      <a:pt x="20203" y="73581"/>
                      <a:pt x="20371" y="73730"/>
                      <a:pt x="20605" y="73935"/>
                    </a:cubicBezTo>
                    <a:cubicBezTo>
                      <a:pt x="20781" y="74089"/>
                      <a:pt x="20999" y="74280"/>
                      <a:pt x="21322" y="74464"/>
                    </a:cubicBezTo>
                    <a:cubicBezTo>
                      <a:pt x="22196" y="74957"/>
                      <a:pt x="22875" y="75144"/>
                      <a:pt x="23473" y="75311"/>
                    </a:cubicBezTo>
                    <a:cubicBezTo>
                      <a:pt x="23780" y="75395"/>
                      <a:pt x="24069" y="75474"/>
                      <a:pt x="24360" y="75587"/>
                    </a:cubicBezTo>
                    <a:cubicBezTo>
                      <a:pt x="24415" y="75610"/>
                      <a:pt x="24468" y="75635"/>
                      <a:pt x="24516" y="75661"/>
                    </a:cubicBezTo>
                    <a:cubicBezTo>
                      <a:pt x="24742" y="75788"/>
                      <a:pt x="24797" y="76011"/>
                      <a:pt x="24772" y="76177"/>
                    </a:cubicBezTo>
                    <a:cubicBezTo>
                      <a:pt x="24742" y="76390"/>
                      <a:pt x="24569" y="76618"/>
                      <a:pt x="24266" y="76618"/>
                    </a:cubicBezTo>
                    <a:lnTo>
                      <a:pt x="17428" y="76618"/>
                    </a:lnTo>
                    <a:cubicBezTo>
                      <a:pt x="17429" y="76549"/>
                      <a:pt x="17434" y="76384"/>
                      <a:pt x="17437" y="76182"/>
                    </a:cubicBezTo>
                    <a:cubicBezTo>
                      <a:pt x="17448" y="75593"/>
                      <a:pt x="17446" y="75184"/>
                      <a:pt x="17431" y="74964"/>
                    </a:cubicBezTo>
                    <a:cubicBezTo>
                      <a:pt x="17409" y="74638"/>
                      <a:pt x="17461" y="74370"/>
                      <a:pt x="17561" y="74280"/>
                    </a:cubicBezTo>
                    <a:cubicBezTo>
                      <a:pt x="17582" y="74262"/>
                      <a:pt x="17604" y="74253"/>
                      <a:pt x="17627" y="74253"/>
                    </a:cubicBezTo>
                    <a:cubicBezTo>
                      <a:pt x="17632" y="74253"/>
                      <a:pt x="17637" y="74253"/>
                      <a:pt x="17642" y="74254"/>
                    </a:cubicBezTo>
                    <a:lnTo>
                      <a:pt x="17697" y="74265"/>
                    </a:lnTo>
                    <a:lnTo>
                      <a:pt x="17680" y="74210"/>
                    </a:lnTo>
                    <a:cubicBezTo>
                      <a:pt x="17438" y="73468"/>
                      <a:pt x="16620" y="70941"/>
                      <a:pt x="16208" y="69567"/>
                    </a:cubicBezTo>
                    <a:cubicBezTo>
                      <a:pt x="16153" y="69386"/>
                      <a:pt x="16107" y="69229"/>
                      <a:pt x="16070" y="69099"/>
                    </a:cubicBezTo>
                    <a:lnTo>
                      <a:pt x="16062" y="69076"/>
                    </a:lnTo>
                    <a:lnTo>
                      <a:pt x="16038" y="69074"/>
                    </a:lnTo>
                    <a:cubicBezTo>
                      <a:pt x="15819" y="69068"/>
                      <a:pt x="15663" y="69061"/>
                      <a:pt x="15605" y="69057"/>
                    </a:cubicBezTo>
                    <a:cubicBezTo>
                      <a:pt x="15507" y="68721"/>
                      <a:pt x="14359" y="64813"/>
                      <a:pt x="13081" y="60429"/>
                    </a:cubicBezTo>
                    <a:lnTo>
                      <a:pt x="13070" y="60390"/>
                    </a:lnTo>
                    <a:lnTo>
                      <a:pt x="13035" y="60407"/>
                    </a:lnTo>
                    <a:cubicBezTo>
                      <a:pt x="12754" y="60531"/>
                      <a:pt x="12464" y="60598"/>
                      <a:pt x="12221" y="60598"/>
                    </a:cubicBezTo>
                    <a:cubicBezTo>
                      <a:pt x="12153" y="60598"/>
                      <a:pt x="12088" y="60592"/>
                      <a:pt x="12028" y="60581"/>
                    </a:cubicBezTo>
                    <a:cubicBezTo>
                      <a:pt x="11465" y="58420"/>
                      <a:pt x="10783" y="54146"/>
                      <a:pt x="10652" y="53310"/>
                    </a:cubicBezTo>
                    <a:cubicBezTo>
                      <a:pt x="10629" y="53168"/>
                      <a:pt x="10721" y="53035"/>
                      <a:pt x="10861" y="53006"/>
                    </a:cubicBezTo>
                    <a:lnTo>
                      <a:pt x="10922" y="52994"/>
                    </a:lnTo>
                    <a:lnTo>
                      <a:pt x="10912" y="52959"/>
                    </a:lnTo>
                    <a:cubicBezTo>
                      <a:pt x="10114" y="50190"/>
                      <a:pt x="9615" y="48433"/>
                      <a:pt x="9387" y="47591"/>
                    </a:cubicBezTo>
                    <a:cubicBezTo>
                      <a:pt x="9308" y="47345"/>
                      <a:pt x="9221" y="47075"/>
                      <a:pt x="9127" y="46787"/>
                    </a:cubicBezTo>
                    <a:cubicBezTo>
                      <a:pt x="8297" y="44226"/>
                      <a:pt x="7042" y="40356"/>
                      <a:pt x="6371" y="39223"/>
                    </a:cubicBezTo>
                    <a:cubicBezTo>
                      <a:pt x="6039" y="38662"/>
                      <a:pt x="5885" y="37555"/>
                      <a:pt x="5947" y="36187"/>
                    </a:cubicBezTo>
                    <a:cubicBezTo>
                      <a:pt x="5949" y="36161"/>
                      <a:pt x="5950" y="36136"/>
                      <a:pt x="5952" y="36112"/>
                    </a:cubicBezTo>
                    <a:lnTo>
                      <a:pt x="5957" y="36031"/>
                    </a:lnTo>
                    <a:cubicBezTo>
                      <a:pt x="6002" y="35234"/>
                      <a:pt x="6122" y="34400"/>
                      <a:pt x="6299" y="33617"/>
                    </a:cubicBezTo>
                    <a:lnTo>
                      <a:pt x="6304" y="33599"/>
                    </a:lnTo>
                    <a:lnTo>
                      <a:pt x="6291" y="33585"/>
                    </a:lnTo>
                    <a:cubicBezTo>
                      <a:pt x="5834" y="33123"/>
                      <a:pt x="1789" y="29009"/>
                      <a:pt x="370" y="26451"/>
                    </a:cubicBezTo>
                    <a:cubicBezTo>
                      <a:pt x="173" y="26058"/>
                      <a:pt x="171" y="24950"/>
                      <a:pt x="171" y="24904"/>
                    </a:cubicBezTo>
                    <a:lnTo>
                      <a:pt x="171" y="24901"/>
                    </a:lnTo>
                    <a:cubicBezTo>
                      <a:pt x="182" y="24777"/>
                      <a:pt x="284" y="23664"/>
                      <a:pt x="281" y="22658"/>
                    </a:cubicBezTo>
                    <a:cubicBezTo>
                      <a:pt x="281" y="22320"/>
                      <a:pt x="287" y="22019"/>
                      <a:pt x="300" y="21764"/>
                    </a:cubicBezTo>
                    <a:lnTo>
                      <a:pt x="301" y="21730"/>
                    </a:lnTo>
                    <a:lnTo>
                      <a:pt x="268" y="21728"/>
                    </a:lnTo>
                    <a:cubicBezTo>
                      <a:pt x="203" y="21725"/>
                      <a:pt x="136" y="21721"/>
                      <a:pt x="70" y="21713"/>
                    </a:cubicBezTo>
                    <a:cubicBezTo>
                      <a:pt x="72" y="21629"/>
                      <a:pt x="72" y="21525"/>
                      <a:pt x="72" y="21395"/>
                    </a:cubicBezTo>
                    <a:cubicBezTo>
                      <a:pt x="75" y="20524"/>
                      <a:pt x="80" y="18710"/>
                      <a:pt x="443" y="16906"/>
                    </a:cubicBezTo>
                    <a:cubicBezTo>
                      <a:pt x="893" y="14682"/>
                      <a:pt x="1738" y="13203"/>
                      <a:pt x="2957" y="12512"/>
                    </a:cubicBezTo>
                    <a:cubicBezTo>
                      <a:pt x="3000" y="12502"/>
                      <a:pt x="3336" y="12425"/>
                      <a:pt x="3608" y="12389"/>
                    </a:cubicBezTo>
                    <a:lnTo>
                      <a:pt x="3617" y="12387"/>
                    </a:lnTo>
                    <a:lnTo>
                      <a:pt x="3625" y="12381"/>
                    </a:lnTo>
                    <a:cubicBezTo>
                      <a:pt x="3853" y="12185"/>
                      <a:pt x="3951" y="12130"/>
                      <a:pt x="3969" y="12129"/>
                    </a:cubicBezTo>
                    <a:cubicBezTo>
                      <a:pt x="4018" y="12129"/>
                      <a:pt x="4807" y="12113"/>
                      <a:pt x="4840" y="12112"/>
                    </a:cubicBezTo>
                    <a:lnTo>
                      <a:pt x="4848" y="12112"/>
                    </a:lnTo>
                    <a:lnTo>
                      <a:pt x="4856" y="12109"/>
                    </a:lnTo>
                    <a:cubicBezTo>
                      <a:pt x="4862" y="12106"/>
                      <a:pt x="5425" y="11826"/>
                      <a:pt x="5876" y="11632"/>
                    </a:cubicBezTo>
                    <a:cubicBezTo>
                      <a:pt x="5909" y="11616"/>
                      <a:pt x="5944" y="11601"/>
                      <a:pt x="5976" y="11587"/>
                    </a:cubicBezTo>
                    <a:lnTo>
                      <a:pt x="5990" y="11583"/>
                    </a:lnTo>
                    <a:lnTo>
                      <a:pt x="5996" y="11569"/>
                    </a:lnTo>
                    <a:cubicBezTo>
                      <a:pt x="6143" y="11195"/>
                      <a:pt x="6273" y="10866"/>
                      <a:pt x="6359" y="10656"/>
                    </a:cubicBezTo>
                    <a:cubicBezTo>
                      <a:pt x="6432" y="10470"/>
                      <a:pt x="6486" y="10338"/>
                      <a:pt x="6505" y="10291"/>
                    </a:cubicBezTo>
                    <a:cubicBezTo>
                      <a:pt x="6528" y="10290"/>
                      <a:pt x="6569" y="10288"/>
                      <a:pt x="6625" y="10288"/>
                    </a:cubicBezTo>
                    <a:cubicBezTo>
                      <a:pt x="6723" y="10288"/>
                      <a:pt x="6865" y="10293"/>
                      <a:pt x="7034" y="10312"/>
                    </a:cubicBezTo>
                    <a:lnTo>
                      <a:pt x="7070" y="10317"/>
                    </a:lnTo>
                    <a:lnTo>
                      <a:pt x="7073" y="10280"/>
                    </a:lnTo>
                    <a:cubicBezTo>
                      <a:pt x="7097" y="9786"/>
                      <a:pt x="7115" y="9335"/>
                      <a:pt x="7126" y="8941"/>
                    </a:cubicBezTo>
                    <a:cubicBezTo>
                      <a:pt x="7129" y="8858"/>
                      <a:pt x="7131" y="8774"/>
                      <a:pt x="7132" y="8690"/>
                    </a:cubicBezTo>
                    <a:lnTo>
                      <a:pt x="7134" y="8649"/>
                    </a:lnTo>
                    <a:lnTo>
                      <a:pt x="7097" y="8649"/>
                    </a:lnTo>
                    <a:cubicBezTo>
                      <a:pt x="7093" y="8649"/>
                      <a:pt x="7089" y="8649"/>
                      <a:pt x="7085" y="8649"/>
                    </a:cubicBezTo>
                    <a:cubicBezTo>
                      <a:pt x="6911" y="8649"/>
                      <a:pt x="6663" y="8552"/>
                      <a:pt x="6515" y="8329"/>
                    </a:cubicBezTo>
                    <a:cubicBezTo>
                      <a:pt x="6405" y="8164"/>
                      <a:pt x="6314" y="7874"/>
                      <a:pt x="6513" y="7434"/>
                    </a:cubicBezTo>
                    <a:lnTo>
                      <a:pt x="6528" y="7400"/>
                    </a:lnTo>
                    <a:lnTo>
                      <a:pt x="6493" y="7388"/>
                    </a:lnTo>
                    <a:cubicBezTo>
                      <a:pt x="5380" y="6983"/>
                      <a:pt x="4782" y="5943"/>
                      <a:pt x="4853" y="4535"/>
                    </a:cubicBezTo>
                    <a:cubicBezTo>
                      <a:pt x="4882" y="3980"/>
                      <a:pt x="5010" y="3385"/>
                      <a:pt x="5236" y="2770"/>
                    </a:cubicBezTo>
                    <a:cubicBezTo>
                      <a:pt x="5365" y="2422"/>
                      <a:pt x="5530" y="2099"/>
                      <a:pt x="5727" y="1813"/>
                    </a:cubicBezTo>
                    <a:lnTo>
                      <a:pt x="5743" y="1790"/>
                    </a:lnTo>
                    <a:lnTo>
                      <a:pt x="5724" y="1771"/>
                    </a:lnTo>
                    <a:cubicBezTo>
                      <a:pt x="5172" y="1196"/>
                      <a:pt x="4986" y="870"/>
                      <a:pt x="5045" y="812"/>
                    </a:cubicBezTo>
                    <a:cubicBezTo>
                      <a:pt x="5056" y="803"/>
                      <a:pt x="5068" y="798"/>
                      <a:pt x="5083" y="798"/>
                    </a:cubicBezTo>
                    <a:cubicBezTo>
                      <a:pt x="5085" y="798"/>
                      <a:pt x="5087" y="798"/>
                      <a:pt x="5090" y="798"/>
                    </a:cubicBezTo>
                    <a:cubicBezTo>
                      <a:pt x="5230" y="810"/>
                      <a:pt x="5519" y="1138"/>
                      <a:pt x="5680" y="1355"/>
                    </a:cubicBezTo>
                    <a:lnTo>
                      <a:pt x="5802" y="1520"/>
                    </a:lnTo>
                    <a:lnTo>
                      <a:pt x="5739" y="1324"/>
                    </a:lnTo>
                    <a:cubicBezTo>
                      <a:pt x="5622" y="954"/>
                      <a:pt x="5454" y="283"/>
                      <a:pt x="5565" y="106"/>
                    </a:cubicBezTo>
                    <a:cubicBezTo>
                      <a:pt x="5579" y="83"/>
                      <a:pt x="5596" y="72"/>
                      <a:pt x="5619" y="69"/>
                    </a:cubicBezTo>
                    <a:cubicBezTo>
                      <a:pt x="5622" y="69"/>
                      <a:pt x="5625" y="68"/>
                      <a:pt x="5628" y="68"/>
                    </a:cubicBezTo>
                    <a:close/>
                    <a:moveTo>
                      <a:pt x="5626" y="0"/>
                    </a:moveTo>
                    <a:cubicBezTo>
                      <a:pt x="5620" y="0"/>
                      <a:pt x="5614" y="1"/>
                      <a:pt x="5608" y="2"/>
                    </a:cubicBezTo>
                    <a:cubicBezTo>
                      <a:pt x="5565" y="8"/>
                      <a:pt x="5532" y="31"/>
                      <a:pt x="5507" y="71"/>
                    </a:cubicBezTo>
                    <a:cubicBezTo>
                      <a:pt x="5386" y="263"/>
                      <a:pt x="5532" y="855"/>
                      <a:pt x="5622" y="1171"/>
                    </a:cubicBezTo>
                    <a:cubicBezTo>
                      <a:pt x="5481" y="1002"/>
                      <a:pt x="5247" y="745"/>
                      <a:pt x="5094" y="733"/>
                    </a:cubicBezTo>
                    <a:cubicBezTo>
                      <a:pt x="5090" y="732"/>
                      <a:pt x="5086" y="732"/>
                      <a:pt x="5082" y="732"/>
                    </a:cubicBezTo>
                    <a:cubicBezTo>
                      <a:pt x="5049" y="732"/>
                      <a:pt x="5020" y="743"/>
                      <a:pt x="4998" y="765"/>
                    </a:cubicBezTo>
                    <a:cubicBezTo>
                      <a:pt x="4922" y="838"/>
                      <a:pt x="4987" y="1005"/>
                      <a:pt x="5206" y="1284"/>
                    </a:cubicBezTo>
                    <a:cubicBezTo>
                      <a:pt x="5356" y="1480"/>
                      <a:pt x="5545" y="1683"/>
                      <a:pt x="5655" y="1800"/>
                    </a:cubicBezTo>
                    <a:cubicBezTo>
                      <a:pt x="5461" y="2084"/>
                      <a:pt x="5299" y="2404"/>
                      <a:pt x="5172" y="2748"/>
                    </a:cubicBezTo>
                    <a:cubicBezTo>
                      <a:pt x="4943" y="3370"/>
                      <a:pt x="4813" y="3971"/>
                      <a:pt x="4784" y="4532"/>
                    </a:cubicBezTo>
                    <a:cubicBezTo>
                      <a:pt x="4712" y="5958"/>
                      <a:pt x="5313" y="7016"/>
                      <a:pt x="6435" y="7441"/>
                    </a:cubicBezTo>
                    <a:cubicBezTo>
                      <a:pt x="6244" y="7891"/>
                      <a:pt x="6340" y="8193"/>
                      <a:pt x="6458" y="8369"/>
                    </a:cubicBezTo>
                    <a:cubicBezTo>
                      <a:pt x="6614" y="8605"/>
                      <a:pt x="6868" y="8712"/>
                      <a:pt x="7063" y="8719"/>
                    </a:cubicBezTo>
                    <a:cubicBezTo>
                      <a:pt x="7062" y="8793"/>
                      <a:pt x="7059" y="8866"/>
                      <a:pt x="7057" y="8941"/>
                    </a:cubicBezTo>
                    <a:cubicBezTo>
                      <a:pt x="7047" y="9325"/>
                      <a:pt x="7030" y="9762"/>
                      <a:pt x="7005" y="10242"/>
                    </a:cubicBezTo>
                    <a:cubicBezTo>
                      <a:pt x="6847" y="10225"/>
                      <a:pt x="6715" y="10220"/>
                      <a:pt x="6623" y="10220"/>
                    </a:cubicBezTo>
                    <a:cubicBezTo>
                      <a:pt x="6534" y="10220"/>
                      <a:pt x="6482" y="10224"/>
                      <a:pt x="6478" y="10225"/>
                    </a:cubicBezTo>
                    <a:lnTo>
                      <a:pt x="6458" y="10227"/>
                    </a:lnTo>
                    <a:lnTo>
                      <a:pt x="6450" y="10247"/>
                    </a:lnTo>
                    <a:cubicBezTo>
                      <a:pt x="6450" y="10247"/>
                      <a:pt x="6389" y="10395"/>
                      <a:pt x="6294" y="10632"/>
                    </a:cubicBezTo>
                    <a:cubicBezTo>
                      <a:pt x="6210" y="10840"/>
                      <a:pt x="6082" y="11162"/>
                      <a:pt x="5937" y="11531"/>
                    </a:cubicBezTo>
                    <a:cubicBezTo>
                      <a:pt x="5908" y="11543"/>
                      <a:pt x="5879" y="11557"/>
                      <a:pt x="5848" y="11569"/>
                    </a:cubicBezTo>
                    <a:cubicBezTo>
                      <a:pt x="5421" y="11753"/>
                      <a:pt x="4897" y="12012"/>
                      <a:pt x="4831" y="12045"/>
                    </a:cubicBezTo>
                    <a:cubicBezTo>
                      <a:pt x="4749" y="12046"/>
                      <a:pt x="4013" y="12061"/>
                      <a:pt x="3969" y="12061"/>
                    </a:cubicBezTo>
                    <a:cubicBezTo>
                      <a:pt x="3951" y="12061"/>
                      <a:pt x="3894" y="12061"/>
                      <a:pt x="3588" y="12323"/>
                    </a:cubicBezTo>
                    <a:cubicBezTo>
                      <a:pt x="3298" y="12364"/>
                      <a:pt x="2940" y="12447"/>
                      <a:pt x="2936" y="12448"/>
                    </a:cubicBezTo>
                    <a:lnTo>
                      <a:pt x="2928" y="12451"/>
                    </a:lnTo>
                    <a:cubicBezTo>
                      <a:pt x="1688" y="13153"/>
                      <a:pt x="830" y="14647"/>
                      <a:pt x="376" y="16894"/>
                    </a:cubicBezTo>
                    <a:cubicBezTo>
                      <a:pt x="11" y="18704"/>
                      <a:pt x="6" y="20522"/>
                      <a:pt x="5" y="21397"/>
                    </a:cubicBezTo>
                    <a:cubicBezTo>
                      <a:pt x="3" y="21542"/>
                      <a:pt x="3" y="21657"/>
                      <a:pt x="2" y="21744"/>
                    </a:cubicBezTo>
                    <a:lnTo>
                      <a:pt x="0" y="21774"/>
                    </a:lnTo>
                    <a:lnTo>
                      <a:pt x="31" y="21777"/>
                    </a:lnTo>
                    <a:cubicBezTo>
                      <a:pt x="98" y="21787"/>
                      <a:pt x="165" y="21793"/>
                      <a:pt x="231" y="21796"/>
                    </a:cubicBezTo>
                    <a:cubicBezTo>
                      <a:pt x="219" y="22045"/>
                      <a:pt x="213" y="22335"/>
                      <a:pt x="214" y="22659"/>
                    </a:cubicBezTo>
                    <a:cubicBezTo>
                      <a:pt x="216" y="23662"/>
                      <a:pt x="115" y="24772"/>
                      <a:pt x="103" y="24896"/>
                    </a:cubicBezTo>
                    <a:cubicBezTo>
                      <a:pt x="103" y="24901"/>
                      <a:pt x="103" y="24904"/>
                      <a:pt x="103" y="24904"/>
                    </a:cubicBezTo>
                    <a:cubicBezTo>
                      <a:pt x="103" y="24951"/>
                      <a:pt x="101" y="26069"/>
                      <a:pt x="309" y="26485"/>
                    </a:cubicBezTo>
                    <a:cubicBezTo>
                      <a:pt x="1720" y="29027"/>
                      <a:pt x="5712" y="33099"/>
                      <a:pt x="6229" y="33621"/>
                    </a:cubicBezTo>
                    <a:cubicBezTo>
                      <a:pt x="6054" y="34392"/>
                      <a:pt x="5938" y="35213"/>
                      <a:pt x="5891" y="35996"/>
                    </a:cubicBezTo>
                    <a:lnTo>
                      <a:pt x="5889" y="35996"/>
                    </a:lnTo>
                    <a:lnTo>
                      <a:pt x="5883" y="36109"/>
                    </a:lnTo>
                    <a:cubicBezTo>
                      <a:pt x="5882" y="36135"/>
                      <a:pt x="5880" y="36159"/>
                      <a:pt x="5880" y="36185"/>
                    </a:cubicBezTo>
                    <a:cubicBezTo>
                      <a:pt x="5816" y="37566"/>
                      <a:pt x="5973" y="38687"/>
                      <a:pt x="6313" y="39258"/>
                    </a:cubicBezTo>
                    <a:cubicBezTo>
                      <a:pt x="6979" y="40387"/>
                      <a:pt x="8233" y="44252"/>
                      <a:pt x="9062" y="46809"/>
                    </a:cubicBezTo>
                    <a:cubicBezTo>
                      <a:pt x="9155" y="47098"/>
                      <a:pt x="9244" y="47367"/>
                      <a:pt x="9323" y="47611"/>
                    </a:cubicBezTo>
                    <a:cubicBezTo>
                      <a:pt x="9548" y="48450"/>
                      <a:pt x="10043" y="50194"/>
                      <a:pt x="10837" y="52943"/>
                    </a:cubicBezTo>
                    <a:cubicBezTo>
                      <a:pt x="10667" y="52985"/>
                      <a:pt x="10557" y="53148"/>
                      <a:pt x="10584" y="53321"/>
                    </a:cubicBezTo>
                    <a:cubicBezTo>
                      <a:pt x="10716" y="54162"/>
                      <a:pt x="11402" y="58462"/>
                      <a:pt x="11968" y="60621"/>
                    </a:cubicBezTo>
                    <a:lnTo>
                      <a:pt x="11973" y="60641"/>
                    </a:lnTo>
                    <a:lnTo>
                      <a:pt x="11994" y="60646"/>
                    </a:lnTo>
                    <a:cubicBezTo>
                      <a:pt x="12066" y="60660"/>
                      <a:pt x="12143" y="60668"/>
                      <a:pt x="12225" y="60668"/>
                    </a:cubicBezTo>
                    <a:cubicBezTo>
                      <a:pt x="12466" y="60668"/>
                      <a:pt x="12745" y="60605"/>
                      <a:pt x="13026" y="60485"/>
                    </a:cubicBezTo>
                    <a:cubicBezTo>
                      <a:pt x="14353" y="65035"/>
                      <a:pt x="15535" y="69061"/>
                      <a:pt x="15547" y="69102"/>
                    </a:cubicBezTo>
                    <a:lnTo>
                      <a:pt x="15555" y="69125"/>
                    </a:lnTo>
                    <a:lnTo>
                      <a:pt x="15579" y="69126"/>
                    </a:lnTo>
                    <a:cubicBezTo>
                      <a:pt x="15581" y="69126"/>
                      <a:pt x="15747" y="69134"/>
                      <a:pt x="16012" y="69143"/>
                    </a:cubicBezTo>
                    <a:cubicBezTo>
                      <a:pt x="16047" y="69268"/>
                      <a:pt x="16091" y="69418"/>
                      <a:pt x="16142" y="69588"/>
                    </a:cubicBezTo>
                    <a:cubicBezTo>
                      <a:pt x="16547" y="70936"/>
                      <a:pt x="17344" y="73395"/>
                      <a:pt x="17600" y="74188"/>
                    </a:cubicBezTo>
                    <a:cubicBezTo>
                      <a:pt x="17571" y="74193"/>
                      <a:pt x="17542" y="74208"/>
                      <a:pt x="17516" y="74231"/>
                    </a:cubicBezTo>
                    <a:cubicBezTo>
                      <a:pt x="17400" y="74335"/>
                      <a:pt x="17341" y="74620"/>
                      <a:pt x="17364" y="74970"/>
                    </a:cubicBezTo>
                    <a:cubicBezTo>
                      <a:pt x="17379" y="75184"/>
                      <a:pt x="17380" y="75604"/>
                      <a:pt x="17370" y="76182"/>
                    </a:cubicBezTo>
                    <a:cubicBezTo>
                      <a:pt x="17365" y="76450"/>
                      <a:pt x="17359" y="76650"/>
                      <a:pt x="17359" y="76653"/>
                    </a:cubicBezTo>
                    <a:lnTo>
                      <a:pt x="17357" y="76651"/>
                    </a:lnTo>
                    <a:lnTo>
                      <a:pt x="17356" y="76687"/>
                    </a:lnTo>
                    <a:lnTo>
                      <a:pt x="24265" y="76687"/>
                    </a:lnTo>
                    <a:cubicBezTo>
                      <a:pt x="24609" y="76687"/>
                      <a:pt x="24803" y="76428"/>
                      <a:pt x="24838" y="76187"/>
                    </a:cubicBezTo>
                    <a:cubicBezTo>
                      <a:pt x="24873" y="75947"/>
                      <a:pt x="24762" y="75722"/>
                      <a:pt x="24548" y="75601"/>
                    </a:cubicBezTo>
                    <a:cubicBezTo>
                      <a:pt x="24497" y="75574"/>
                      <a:pt x="24442" y="75548"/>
                      <a:pt x="24383" y="75525"/>
                    </a:cubicBezTo>
                    <a:cubicBezTo>
                      <a:pt x="24089" y="75410"/>
                      <a:pt x="23799" y="75330"/>
                      <a:pt x="23490" y="75245"/>
                    </a:cubicBezTo>
                    <a:cubicBezTo>
                      <a:pt x="22895" y="75080"/>
                      <a:pt x="22221" y="74893"/>
                      <a:pt x="21354" y="74404"/>
                    </a:cubicBezTo>
                    <a:cubicBezTo>
                      <a:pt x="21037" y="74225"/>
                      <a:pt x="20822" y="74035"/>
                      <a:pt x="20648" y="73883"/>
                    </a:cubicBezTo>
                    <a:cubicBezTo>
                      <a:pt x="20403" y="73669"/>
                      <a:pt x="20227" y="73513"/>
                      <a:pt x="19938" y="73513"/>
                    </a:cubicBezTo>
                    <a:cubicBezTo>
                      <a:pt x="19926" y="73513"/>
                      <a:pt x="19912" y="73513"/>
                      <a:pt x="19898" y="73514"/>
                    </a:cubicBezTo>
                    <a:cubicBezTo>
                      <a:pt x="19538" y="72250"/>
                      <a:pt x="19142" y="70186"/>
                      <a:pt x="18989" y="69353"/>
                    </a:cubicBezTo>
                    <a:cubicBezTo>
                      <a:pt x="18966" y="69230"/>
                      <a:pt x="18946" y="69126"/>
                      <a:pt x="18932" y="69044"/>
                    </a:cubicBezTo>
                    <a:cubicBezTo>
                      <a:pt x="19594" y="68947"/>
                      <a:pt x="19943" y="68791"/>
                      <a:pt x="19996" y="68568"/>
                    </a:cubicBezTo>
                    <a:lnTo>
                      <a:pt x="19998" y="68561"/>
                    </a:lnTo>
                    <a:lnTo>
                      <a:pt x="19996" y="68553"/>
                    </a:lnTo>
                    <a:cubicBezTo>
                      <a:pt x="19535" y="66605"/>
                      <a:pt x="18073" y="60381"/>
                      <a:pt x="18033" y="60211"/>
                    </a:cubicBezTo>
                    <a:cubicBezTo>
                      <a:pt x="18029" y="60112"/>
                      <a:pt x="17911" y="57813"/>
                      <a:pt x="17541" y="55336"/>
                    </a:cubicBezTo>
                    <a:cubicBezTo>
                      <a:pt x="18577" y="54808"/>
                      <a:pt x="19097" y="54039"/>
                      <a:pt x="19149" y="53960"/>
                    </a:cubicBezTo>
                    <a:cubicBezTo>
                      <a:pt x="19308" y="53858"/>
                      <a:pt x="22381" y="51862"/>
                      <a:pt x="23285" y="51226"/>
                    </a:cubicBezTo>
                    <a:lnTo>
                      <a:pt x="23421" y="51132"/>
                    </a:lnTo>
                    <a:cubicBezTo>
                      <a:pt x="24217" y="50575"/>
                      <a:pt x="24305" y="50512"/>
                      <a:pt x="24323" y="49727"/>
                    </a:cubicBezTo>
                    <a:cubicBezTo>
                      <a:pt x="27038" y="47898"/>
                      <a:pt x="28404" y="45378"/>
                      <a:pt x="27644" y="43594"/>
                    </a:cubicBezTo>
                    <a:cubicBezTo>
                      <a:pt x="25341" y="38203"/>
                      <a:pt x="18597" y="30585"/>
                      <a:pt x="18240" y="30183"/>
                    </a:cubicBezTo>
                    <a:cubicBezTo>
                      <a:pt x="18055" y="29515"/>
                      <a:pt x="17824" y="29064"/>
                      <a:pt x="17822" y="29059"/>
                    </a:cubicBezTo>
                    <a:cubicBezTo>
                      <a:pt x="17816" y="29049"/>
                      <a:pt x="17805" y="29039"/>
                      <a:pt x="17793" y="29035"/>
                    </a:cubicBezTo>
                    <a:cubicBezTo>
                      <a:pt x="17789" y="29035"/>
                      <a:pt x="17785" y="29033"/>
                      <a:pt x="17782" y="29033"/>
                    </a:cubicBezTo>
                    <a:cubicBezTo>
                      <a:pt x="17682" y="28920"/>
                      <a:pt x="17374" y="28792"/>
                      <a:pt x="17133" y="28703"/>
                    </a:cubicBezTo>
                    <a:cubicBezTo>
                      <a:pt x="17072" y="28682"/>
                      <a:pt x="17020" y="28663"/>
                      <a:pt x="16978" y="28650"/>
                    </a:cubicBezTo>
                    <a:cubicBezTo>
                      <a:pt x="16983" y="28621"/>
                      <a:pt x="16974" y="28590"/>
                      <a:pt x="16952" y="28569"/>
                    </a:cubicBezTo>
                    <a:cubicBezTo>
                      <a:pt x="16864" y="28481"/>
                      <a:pt x="16767" y="28387"/>
                      <a:pt x="16703" y="28322"/>
                    </a:cubicBezTo>
                    <a:cubicBezTo>
                      <a:pt x="16651" y="28270"/>
                      <a:pt x="16610" y="28229"/>
                      <a:pt x="16591" y="28209"/>
                    </a:cubicBezTo>
                    <a:cubicBezTo>
                      <a:pt x="16617" y="27954"/>
                      <a:pt x="16677" y="27378"/>
                      <a:pt x="16682" y="27168"/>
                    </a:cubicBezTo>
                    <a:cubicBezTo>
                      <a:pt x="16685" y="27027"/>
                      <a:pt x="16593" y="26804"/>
                      <a:pt x="16423" y="26537"/>
                    </a:cubicBezTo>
                    <a:cubicBezTo>
                      <a:pt x="16426" y="26524"/>
                      <a:pt x="16423" y="26509"/>
                      <a:pt x="16414" y="26497"/>
                    </a:cubicBezTo>
                    <a:cubicBezTo>
                      <a:pt x="16105" y="26060"/>
                      <a:pt x="15755" y="25661"/>
                      <a:pt x="15371" y="25311"/>
                    </a:cubicBezTo>
                    <a:cubicBezTo>
                      <a:pt x="15385" y="25142"/>
                      <a:pt x="15391" y="24947"/>
                      <a:pt x="15391" y="24731"/>
                    </a:cubicBezTo>
                    <a:cubicBezTo>
                      <a:pt x="15391" y="24210"/>
                      <a:pt x="15355" y="23523"/>
                      <a:pt x="15284" y="22690"/>
                    </a:cubicBezTo>
                    <a:cubicBezTo>
                      <a:pt x="15293" y="22681"/>
                      <a:pt x="15298" y="22667"/>
                      <a:pt x="15296" y="22653"/>
                    </a:cubicBezTo>
                    <a:cubicBezTo>
                      <a:pt x="15264" y="22271"/>
                      <a:pt x="15225" y="21863"/>
                      <a:pt x="15180" y="21439"/>
                    </a:cubicBezTo>
                    <a:lnTo>
                      <a:pt x="15180" y="21439"/>
                    </a:lnTo>
                    <a:cubicBezTo>
                      <a:pt x="15205" y="21462"/>
                      <a:pt x="15231" y="21485"/>
                      <a:pt x="15258" y="21510"/>
                    </a:cubicBezTo>
                    <a:cubicBezTo>
                      <a:pt x="15287" y="21536"/>
                      <a:pt x="15324" y="21550"/>
                      <a:pt x="15361" y="21550"/>
                    </a:cubicBezTo>
                    <a:cubicBezTo>
                      <a:pt x="15388" y="21550"/>
                      <a:pt x="15415" y="21543"/>
                      <a:pt x="15439" y="21528"/>
                    </a:cubicBezTo>
                    <a:cubicBezTo>
                      <a:pt x="15477" y="21505"/>
                      <a:pt x="15512" y="21482"/>
                      <a:pt x="15547" y="21459"/>
                    </a:cubicBezTo>
                    <a:lnTo>
                      <a:pt x="17093" y="22786"/>
                    </a:lnTo>
                    <a:cubicBezTo>
                      <a:pt x="17353" y="23084"/>
                      <a:pt x="17773" y="23162"/>
                      <a:pt x="18143" y="23162"/>
                    </a:cubicBezTo>
                    <a:cubicBezTo>
                      <a:pt x="18320" y="23162"/>
                      <a:pt x="18485" y="23145"/>
                      <a:pt x="18616" y="23124"/>
                    </a:cubicBezTo>
                    <a:cubicBezTo>
                      <a:pt x="18843" y="23088"/>
                      <a:pt x="19039" y="22933"/>
                      <a:pt x="19125" y="22719"/>
                    </a:cubicBezTo>
                    <a:cubicBezTo>
                      <a:pt x="19466" y="21872"/>
                      <a:pt x="20640" y="18736"/>
                      <a:pt x="21430" y="13960"/>
                    </a:cubicBezTo>
                    <a:cubicBezTo>
                      <a:pt x="21440" y="13904"/>
                      <a:pt x="21449" y="13849"/>
                      <a:pt x="21458" y="13792"/>
                    </a:cubicBezTo>
                    <a:lnTo>
                      <a:pt x="21467" y="13739"/>
                    </a:lnTo>
                    <a:lnTo>
                      <a:pt x="21935" y="13904"/>
                    </a:lnTo>
                    <a:cubicBezTo>
                      <a:pt x="21945" y="13907"/>
                      <a:pt x="21955" y="13909"/>
                      <a:pt x="21966" y="13909"/>
                    </a:cubicBezTo>
                    <a:cubicBezTo>
                      <a:pt x="22005" y="13909"/>
                      <a:pt x="22042" y="13884"/>
                      <a:pt x="22056" y="13846"/>
                    </a:cubicBezTo>
                    <a:lnTo>
                      <a:pt x="22150" y="13578"/>
                    </a:lnTo>
                    <a:cubicBezTo>
                      <a:pt x="22507" y="13457"/>
                      <a:pt x="22630" y="13301"/>
                      <a:pt x="22589" y="13026"/>
                    </a:cubicBezTo>
                    <a:cubicBezTo>
                      <a:pt x="22585" y="12994"/>
                      <a:pt x="22575" y="12960"/>
                      <a:pt x="22560" y="12928"/>
                    </a:cubicBezTo>
                    <a:cubicBezTo>
                      <a:pt x="22765" y="12814"/>
                      <a:pt x="22838" y="12665"/>
                      <a:pt x="22805" y="12436"/>
                    </a:cubicBezTo>
                    <a:cubicBezTo>
                      <a:pt x="22797" y="12389"/>
                      <a:pt x="22780" y="12340"/>
                      <a:pt x="22751" y="12291"/>
                    </a:cubicBezTo>
                    <a:cubicBezTo>
                      <a:pt x="22993" y="12173"/>
                      <a:pt x="23077" y="12022"/>
                      <a:pt x="23042" y="11775"/>
                    </a:cubicBezTo>
                    <a:cubicBezTo>
                      <a:pt x="23034" y="11727"/>
                      <a:pt x="23016" y="11679"/>
                      <a:pt x="22987" y="11630"/>
                    </a:cubicBezTo>
                    <a:cubicBezTo>
                      <a:pt x="23228" y="11513"/>
                      <a:pt x="23314" y="11361"/>
                      <a:pt x="23277" y="11115"/>
                    </a:cubicBezTo>
                    <a:cubicBezTo>
                      <a:pt x="23263" y="11022"/>
                      <a:pt x="23210" y="10927"/>
                      <a:pt x="23115" y="10837"/>
                    </a:cubicBezTo>
                    <a:lnTo>
                      <a:pt x="23806" y="8878"/>
                    </a:lnTo>
                    <a:cubicBezTo>
                      <a:pt x="23823" y="8828"/>
                      <a:pt x="23797" y="8774"/>
                      <a:pt x="23748" y="8756"/>
                    </a:cubicBezTo>
                    <a:lnTo>
                      <a:pt x="20796" y="7716"/>
                    </a:lnTo>
                    <a:cubicBezTo>
                      <a:pt x="20786" y="7713"/>
                      <a:pt x="20775" y="7711"/>
                      <a:pt x="20765" y="7711"/>
                    </a:cubicBezTo>
                    <a:cubicBezTo>
                      <a:pt x="20726" y="7711"/>
                      <a:pt x="20688" y="7736"/>
                      <a:pt x="20675" y="7774"/>
                    </a:cubicBezTo>
                    <a:lnTo>
                      <a:pt x="18925" y="12742"/>
                    </a:lnTo>
                    <a:cubicBezTo>
                      <a:pt x="18908" y="12792"/>
                      <a:pt x="18934" y="12846"/>
                      <a:pt x="18983" y="12864"/>
                    </a:cubicBezTo>
                    <a:lnTo>
                      <a:pt x="19660" y="13103"/>
                    </a:lnTo>
                    <a:cubicBezTo>
                      <a:pt x="19625" y="13233"/>
                      <a:pt x="19583" y="13381"/>
                      <a:pt x="19539" y="13541"/>
                    </a:cubicBezTo>
                    <a:cubicBezTo>
                      <a:pt x="19180" y="14850"/>
                      <a:pt x="18519" y="17189"/>
                      <a:pt x="18139" y="18160"/>
                    </a:cubicBezTo>
                    <a:cubicBezTo>
                      <a:pt x="18087" y="18292"/>
                      <a:pt x="18022" y="18434"/>
                      <a:pt x="17938" y="18593"/>
                    </a:cubicBezTo>
                    <a:cubicBezTo>
                      <a:pt x="17867" y="18732"/>
                      <a:pt x="17785" y="18871"/>
                      <a:pt x="17720" y="18986"/>
                    </a:cubicBezTo>
                    <a:cubicBezTo>
                      <a:pt x="17634" y="18863"/>
                      <a:pt x="17541" y="18724"/>
                      <a:pt x="17441" y="18568"/>
                    </a:cubicBezTo>
                    <a:cubicBezTo>
                      <a:pt x="17409" y="18518"/>
                      <a:pt x="17377" y="18467"/>
                      <a:pt x="17347" y="18417"/>
                    </a:cubicBezTo>
                    <a:cubicBezTo>
                      <a:pt x="17402" y="17876"/>
                      <a:pt x="17399" y="17353"/>
                      <a:pt x="17397" y="17275"/>
                    </a:cubicBezTo>
                    <a:cubicBezTo>
                      <a:pt x="17431" y="17217"/>
                      <a:pt x="17590" y="16911"/>
                      <a:pt x="17393" y="16561"/>
                    </a:cubicBezTo>
                    <a:cubicBezTo>
                      <a:pt x="17201" y="16221"/>
                      <a:pt x="16568" y="16205"/>
                      <a:pt x="16411" y="16205"/>
                    </a:cubicBezTo>
                    <a:cubicBezTo>
                      <a:pt x="16403" y="16006"/>
                      <a:pt x="16348" y="14977"/>
                      <a:pt x="16124" y="14398"/>
                    </a:cubicBezTo>
                    <a:cubicBezTo>
                      <a:pt x="15861" y="13717"/>
                      <a:pt x="13735" y="12253"/>
                      <a:pt x="13580" y="12147"/>
                    </a:cubicBezTo>
                    <a:cubicBezTo>
                      <a:pt x="13544" y="12060"/>
                      <a:pt x="13492" y="12002"/>
                      <a:pt x="13428" y="11974"/>
                    </a:cubicBezTo>
                    <a:cubicBezTo>
                      <a:pt x="13396" y="11960"/>
                      <a:pt x="13365" y="11954"/>
                      <a:pt x="13337" y="11954"/>
                    </a:cubicBezTo>
                    <a:cubicBezTo>
                      <a:pt x="13306" y="11954"/>
                      <a:pt x="13278" y="11960"/>
                      <a:pt x="13257" y="11967"/>
                    </a:cubicBezTo>
                    <a:cubicBezTo>
                      <a:pt x="13250" y="11964"/>
                      <a:pt x="13242" y="11962"/>
                      <a:pt x="13235" y="11962"/>
                    </a:cubicBezTo>
                    <a:cubicBezTo>
                      <a:pt x="13229" y="11962"/>
                      <a:pt x="13224" y="11963"/>
                      <a:pt x="13219" y="11965"/>
                    </a:cubicBezTo>
                    <a:cubicBezTo>
                      <a:pt x="12921" y="11818"/>
                      <a:pt x="12560" y="11725"/>
                      <a:pt x="12308" y="11673"/>
                    </a:cubicBezTo>
                    <a:cubicBezTo>
                      <a:pt x="12231" y="11658"/>
                      <a:pt x="12167" y="11646"/>
                      <a:pt x="12126" y="11639"/>
                    </a:cubicBezTo>
                    <a:cubicBezTo>
                      <a:pt x="12135" y="11618"/>
                      <a:pt x="12144" y="11595"/>
                      <a:pt x="12147" y="11580"/>
                    </a:cubicBezTo>
                    <a:cubicBezTo>
                      <a:pt x="12152" y="11568"/>
                      <a:pt x="12150" y="11554"/>
                      <a:pt x="12144" y="11542"/>
                    </a:cubicBezTo>
                    <a:cubicBezTo>
                      <a:pt x="12138" y="11531"/>
                      <a:pt x="12127" y="11522"/>
                      <a:pt x="12115" y="11517"/>
                    </a:cubicBezTo>
                    <a:cubicBezTo>
                      <a:pt x="12110" y="11517"/>
                      <a:pt x="12107" y="11516"/>
                      <a:pt x="12103" y="11516"/>
                    </a:cubicBezTo>
                    <a:cubicBezTo>
                      <a:pt x="11754" y="11112"/>
                      <a:pt x="11311" y="10679"/>
                      <a:pt x="11306" y="10675"/>
                    </a:cubicBezTo>
                    <a:lnTo>
                      <a:pt x="11300" y="10670"/>
                    </a:lnTo>
                    <a:cubicBezTo>
                      <a:pt x="11294" y="10666"/>
                      <a:pt x="11173" y="10595"/>
                      <a:pt x="10855" y="10571"/>
                    </a:cubicBezTo>
                    <a:cubicBezTo>
                      <a:pt x="11612" y="10503"/>
                      <a:pt x="12043" y="10010"/>
                      <a:pt x="12149" y="9658"/>
                    </a:cubicBezTo>
                    <a:cubicBezTo>
                      <a:pt x="12474" y="8470"/>
                      <a:pt x="12341" y="5388"/>
                      <a:pt x="12269" y="4119"/>
                    </a:cubicBezTo>
                    <a:cubicBezTo>
                      <a:pt x="12268" y="4081"/>
                      <a:pt x="12265" y="4046"/>
                      <a:pt x="12263" y="4013"/>
                    </a:cubicBezTo>
                    <a:lnTo>
                      <a:pt x="12263" y="4000"/>
                    </a:lnTo>
                    <a:cubicBezTo>
                      <a:pt x="12320" y="3939"/>
                      <a:pt x="12636" y="3582"/>
                      <a:pt x="12713" y="3096"/>
                    </a:cubicBezTo>
                    <a:cubicBezTo>
                      <a:pt x="12774" y="2703"/>
                      <a:pt x="12668" y="2329"/>
                      <a:pt x="12396" y="1982"/>
                    </a:cubicBezTo>
                    <a:cubicBezTo>
                      <a:pt x="12182" y="1708"/>
                      <a:pt x="11898" y="1497"/>
                      <a:pt x="11572" y="1369"/>
                    </a:cubicBezTo>
                    <a:cubicBezTo>
                      <a:pt x="11217" y="653"/>
                      <a:pt x="10091" y="136"/>
                      <a:pt x="8884" y="136"/>
                    </a:cubicBezTo>
                    <a:cubicBezTo>
                      <a:pt x="7810" y="136"/>
                      <a:pt x="6831" y="526"/>
                      <a:pt x="6120" y="1236"/>
                    </a:cubicBezTo>
                    <a:cubicBezTo>
                      <a:pt x="6026" y="652"/>
                      <a:pt x="5865" y="0"/>
                      <a:pt x="56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37"/>
            <p:cNvGrpSpPr/>
            <p:nvPr/>
          </p:nvGrpSpPr>
          <p:grpSpPr>
            <a:xfrm>
              <a:off x="4825898" y="1492688"/>
              <a:ext cx="1147199" cy="637372"/>
              <a:chOff x="315275" y="3124950"/>
              <a:chExt cx="658175" cy="365675"/>
            </a:xfrm>
          </p:grpSpPr>
          <p:sp>
            <p:nvSpPr>
              <p:cNvPr id="750" name="Google Shape;750;p37"/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7" h="14627" extrusionOk="0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7"/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avLst/>
                <a:gdLst/>
                <a:ahLst/>
                <a:cxnLst/>
                <a:rect l="l" t="t" r="r" b="b"/>
                <a:pathLst>
                  <a:path w="3933" h="2755" extrusionOk="0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7"/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6" h="14627" extrusionOk="0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7"/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8" extrusionOk="0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7"/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7"/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6" name="Google Shape;756;p37"/>
            <p:cNvGrpSpPr/>
            <p:nvPr/>
          </p:nvGrpSpPr>
          <p:grpSpPr>
            <a:xfrm>
              <a:off x="7112551" y="535097"/>
              <a:ext cx="1397100" cy="760518"/>
              <a:chOff x="238125" y="2409350"/>
              <a:chExt cx="760575" cy="414000"/>
            </a:xfrm>
          </p:grpSpPr>
          <p:sp>
            <p:nvSpPr>
              <p:cNvPr id="757" name="Google Shape;757;p37"/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avLst/>
                <a:gdLst/>
                <a:ahLst/>
                <a:cxnLst/>
                <a:rect l="l" t="t" r="r" b="b"/>
                <a:pathLst>
                  <a:path w="30423" h="16560" extrusionOk="0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7"/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avLst/>
                <a:gdLst/>
                <a:ahLst/>
                <a:cxnLst/>
                <a:rect l="l" t="t" r="r" b="b"/>
                <a:pathLst>
                  <a:path w="7234" h="7234" extrusionOk="0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7"/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8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7"/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590" extrusionOk="0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7"/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590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7"/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9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7"/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5587" h="589" extrusionOk="0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7"/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589" extrusionOk="0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7"/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2617" extrusionOk="0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7"/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060" h="2112" extrusionOk="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7"/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725" extrusionOk="0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7"/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725" extrusionOk="0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by Slidesgo">
  <a:themeElements>
    <a:clrScheme name="Simple Light">
      <a:dk1>
        <a:srgbClr val="333746"/>
      </a:dk1>
      <a:lt1>
        <a:srgbClr val="5B627D"/>
      </a:lt1>
      <a:dk2>
        <a:srgbClr val="C8D3F4"/>
      </a:dk2>
      <a:lt2>
        <a:srgbClr val="E6E9F8"/>
      </a:lt2>
      <a:accent1>
        <a:srgbClr val="6D6AF7"/>
      </a:accent1>
      <a:accent2>
        <a:srgbClr val="EDBBD8"/>
      </a:accent2>
      <a:accent3>
        <a:srgbClr val="E67CB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39</Slides>
  <Notes>34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Artificial Intelligence by Slidesgo</vt:lpstr>
      <vt:lpstr>Prepoznavanje objekata u prirodnom okruženju (bear_juvenile i bear_adult)</vt:lpstr>
      <vt:lpstr>01</vt:lpstr>
      <vt:lpstr>Opis problema</vt:lpstr>
      <vt:lpstr>Opis problema</vt:lpstr>
      <vt:lpstr>Ciljevi projekta</vt:lpstr>
      <vt:lpstr>Pregled postojećih dataset-a – dio 1 </vt:lpstr>
      <vt:lpstr>Pregled postojećih dataset-a – dio 2  </vt:lpstr>
      <vt:lpstr>Pregled stanja u oblasti</vt:lpstr>
      <vt:lpstr>Duboko učenje i Konvolucione neuronske mreže (CNN)</vt:lpstr>
      <vt:lpstr>Tehnike prepoznavanja objekata i procjena starosti</vt:lpstr>
      <vt:lpstr>Izazovi primjene u divljini</vt:lpstr>
      <vt:lpstr>Izbor, analiza i pretprocesiranje dataset-a</vt:lpstr>
      <vt:lpstr>Izbor i opis skupa podataka</vt:lpstr>
      <vt:lpstr>Struktura i statistika dataset-a</vt:lpstr>
      <vt:lpstr>Pretprocesiranje – organizacija podataka</vt:lpstr>
      <vt:lpstr>Pretprocesiranje – augmentacija podataka</vt:lpstr>
      <vt:lpstr>Identifikovani rizici </vt:lpstr>
      <vt:lpstr>Odabir, formiranje, treniranje i testiranje modela</vt:lpstr>
      <vt:lpstr>Odabir metode i tehnologija: Strateški pristup</vt:lpstr>
      <vt:lpstr>PowerPoint Presentation</vt:lpstr>
      <vt:lpstr>Prednosti i Mane YOLOv8 u Našem Projektu</vt:lpstr>
      <vt:lpstr>Izazov klasifikacije starosne dobi medvjeda</vt:lpstr>
      <vt:lpstr>Korištene tehnologije i alati</vt:lpstr>
      <vt:lpstr>Struktuiranje i Augmentacija podataka</vt:lpstr>
      <vt:lpstr>Proces treniranja modela: Dvofazni pristup</vt:lpstr>
      <vt:lpstr>Proces treniranja modela: Dvofazni pristup (nastavak)</vt:lpstr>
      <vt:lpstr>Evaluacija modela – Cilj</vt:lpstr>
      <vt:lpstr>Metrike – Preciznost i odziv</vt:lpstr>
      <vt:lpstr>mAP50 i mAP50-95</vt:lpstr>
      <vt:lpstr>Rezultati performansi</vt:lpstr>
      <vt:lpstr>Desktop aplikacija</vt:lpstr>
      <vt:lpstr>Funkcionalnosti aplikacije</vt:lpstr>
      <vt:lpstr>Tijek rada korisnika</vt:lpstr>
      <vt:lpstr>Diskusija i značaj</vt:lpstr>
      <vt:lpstr>Ograničenja modela i buduće nadogradnje</vt:lpstr>
      <vt:lpstr>Izazovi i budući rad </vt:lpstr>
      <vt:lpstr>Prevazilaženje ključnih izazova </vt:lpstr>
      <vt:lpstr>Mogućnosti za budući razvoj 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39</cp:revision>
  <dcterms:modified xsi:type="dcterms:W3CDTF">2025-06-24T16:33:28Z</dcterms:modified>
</cp:coreProperties>
</file>